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458" r:id="rId3"/>
    <p:sldId id="517" r:id="rId4"/>
    <p:sldId id="518" r:id="rId5"/>
    <p:sldId id="512" r:id="rId6"/>
    <p:sldId id="459" r:id="rId7"/>
    <p:sldId id="460" r:id="rId8"/>
    <p:sldId id="462" r:id="rId9"/>
    <p:sldId id="463" r:id="rId10"/>
    <p:sldId id="464" r:id="rId11"/>
    <p:sldId id="506" r:id="rId12"/>
    <p:sldId id="510" r:id="rId13"/>
    <p:sldId id="515" r:id="rId14"/>
    <p:sldId id="516" r:id="rId15"/>
    <p:sldId id="513" r:id="rId16"/>
    <p:sldId id="511" r:id="rId17"/>
    <p:sldId id="507" r:id="rId18"/>
    <p:sldId id="509" r:id="rId19"/>
    <p:sldId id="508" r:id="rId20"/>
    <p:sldId id="514" r:id="rId21"/>
    <p:sldId id="466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086" autoAdjust="0"/>
  </p:normalViewPr>
  <p:slideViewPr>
    <p:cSldViewPr snapToGrid="0">
      <p:cViewPr varScale="1">
        <p:scale>
          <a:sx n="93" d="100"/>
          <a:sy n="93" d="100"/>
        </p:scale>
        <p:origin x="6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6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6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B8D596-265F-48CB-BEDA-48D8A28413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DE081B4-ECF6-4646-90AF-5F7CFE3BFD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Globally unique</a:t>
          </a:r>
        </a:p>
      </dgm:t>
    </dgm:pt>
    <dgm:pt modelId="{F4B6DF94-6213-4477-A647-454CD1135D06}" type="parTrans" cxnId="{2B34C2F2-6C8B-4A84-8166-6FD2D96CAB8D}">
      <dgm:prSet/>
      <dgm:spPr/>
      <dgm:t>
        <a:bodyPr/>
        <a:lstStyle/>
        <a:p>
          <a:endParaRPr lang="en-US"/>
        </a:p>
      </dgm:t>
    </dgm:pt>
    <dgm:pt modelId="{3709F189-A4AE-4A10-BF3B-0A9079F247DD}" type="sibTrans" cxnId="{2B34C2F2-6C8B-4A84-8166-6FD2D96CAB8D}">
      <dgm:prSet/>
      <dgm:spPr/>
      <dgm:t>
        <a:bodyPr/>
        <a:lstStyle/>
        <a:p>
          <a:endParaRPr lang="en-US"/>
        </a:p>
      </dgm:t>
    </dgm:pt>
    <dgm:pt modelId="{711ECBAA-7F94-4BE6-8487-ED1C8EB80E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can prove you have ownership of a DID</a:t>
          </a:r>
        </a:p>
      </dgm:t>
    </dgm:pt>
    <dgm:pt modelId="{2B89036B-C96A-4B27-880B-F69BA9B7E2B5}" type="parTrans" cxnId="{8A46CD4F-5093-4A5B-844F-70886E6BD6EF}">
      <dgm:prSet/>
      <dgm:spPr/>
      <dgm:t>
        <a:bodyPr/>
        <a:lstStyle/>
        <a:p>
          <a:endParaRPr lang="en-US"/>
        </a:p>
      </dgm:t>
    </dgm:pt>
    <dgm:pt modelId="{7144CB22-CBAD-475B-B772-D83590DD497D}" type="sibTrans" cxnId="{8A46CD4F-5093-4A5B-844F-70886E6BD6EF}">
      <dgm:prSet/>
      <dgm:spPr/>
      <dgm:t>
        <a:bodyPr/>
        <a:lstStyle/>
        <a:p>
          <a:endParaRPr lang="en-US"/>
        </a:p>
      </dgm:t>
    </dgm:pt>
    <dgm:pt modelId="{F7BBC60E-18A8-488A-BBDB-4A2A027D27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Public key distributed, Owner has private key</a:t>
          </a:r>
        </a:p>
      </dgm:t>
    </dgm:pt>
    <dgm:pt modelId="{A554CBA8-0456-4B93-80BB-30CD4084D52F}" type="parTrans" cxnId="{0841C390-6EB6-4182-AC93-D72644C233F3}">
      <dgm:prSet/>
      <dgm:spPr/>
      <dgm:t>
        <a:bodyPr/>
        <a:lstStyle/>
        <a:p>
          <a:endParaRPr lang="en-US"/>
        </a:p>
      </dgm:t>
    </dgm:pt>
    <dgm:pt modelId="{4CD6F5BF-0751-4F9D-9D8F-6EBC979C01F2}" type="sibTrans" cxnId="{0841C390-6EB6-4182-AC93-D72644C233F3}">
      <dgm:prSet/>
      <dgm:spPr/>
      <dgm:t>
        <a:bodyPr/>
        <a:lstStyle/>
        <a:p>
          <a:endParaRPr lang="en-US"/>
        </a:p>
      </dgm:t>
    </dgm:pt>
    <dgm:pt modelId="{1D6D8C11-0917-4FEB-8413-1C4174BA49F7}" type="pres">
      <dgm:prSet presAssocID="{3AB8D596-265F-48CB-BEDA-48D8A28413C6}" presName="root" presStyleCnt="0">
        <dgm:presLayoutVars>
          <dgm:dir/>
          <dgm:resizeHandles val="exact"/>
        </dgm:presLayoutVars>
      </dgm:prSet>
      <dgm:spPr/>
    </dgm:pt>
    <dgm:pt modelId="{38024B63-50C5-4E74-B39B-3DFDDBEA46EB}" type="pres">
      <dgm:prSet presAssocID="{9DE081B4-ECF6-4646-90AF-5F7CFE3BFD7F}" presName="compNode" presStyleCnt="0"/>
      <dgm:spPr/>
    </dgm:pt>
    <dgm:pt modelId="{7ADB530A-9A60-4517-9330-5D437ACD0CE2}" type="pres">
      <dgm:prSet presAssocID="{9DE081B4-ECF6-4646-90AF-5F7CFE3BFD7F}" presName="bgRect" presStyleLbl="bgShp" presStyleIdx="0" presStyleCnt="3"/>
      <dgm:spPr/>
    </dgm:pt>
    <dgm:pt modelId="{0B419DB9-8463-4E44-B93C-DC47DA816D7C}" type="pres">
      <dgm:prSet presAssocID="{9DE081B4-ECF6-4646-90AF-5F7CFE3BFD7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B786B74E-14D6-46AE-968F-4F2EEC70B5BD}" type="pres">
      <dgm:prSet presAssocID="{9DE081B4-ECF6-4646-90AF-5F7CFE3BFD7F}" presName="spaceRect" presStyleCnt="0"/>
      <dgm:spPr/>
    </dgm:pt>
    <dgm:pt modelId="{AFD494F6-EA5C-4E2F-9076-9003EE24FDDE}" type="pres">
      <dgm:prSet presAssocID="{9DE081B4-ECF6-4646-90AF-5F7CFE3BFD7F}" presName="parTx" presStyleLbl="revTx" presStyleIdx="0" presStyleCnt="3">
        <dgm:presLayoutVars>
          <dgm:chMax val="0"/>
          <dgm:chPref val="0"/>
        </dgm:presLayoutVars>
      </dgm:prSet>
      <dgm:spPr/>
    </dgm:pt>
    <dgm:pt modelId="{DDE0635E-EE7B-482A-B129-78EE8CFA114C}" type="pres">
      <dgm:prSet presAssocID="{3709F189-A4AE-4A10-BF3B-0A9079F247DD}" presName="sibTrans" presStyleCnt="0"/>
      <dgm:spPr/>
    </dgm:pt>
    <dgm:pt modelId="{D749A782-4669-4C6D-903C-922DC8559C80}" type="pres">
      <dgm:prSet presAssocID="{711ECBAA-7F94-4BE6-8487-ED1C8EB80EA5}" presName="compNode" presStyleCnt="0"/>
      <dgm:spPr/>
    </dgm:pt>
    <dgm:pt modelId="{A4333593-265A-4C5C-B95D-AB03C4004C42}" type="pres">
      <dgm:prSet presAssocID="{711ECBAA-7F94-4BE6-8487-ED1C8EB80EA5}" presName="bgRect" presStyleLbl="bgShp" presStyleIdx="1" presStyleCnt="3"/>
      <dgm:spPr/>
    </dgm:pt>
    <dgm:pt modelId="{2C974E8F-B944-4225-A1C3-03E89B0676BE}" type="pres">
      <dgm:prSet presAssocID="{711ECBAA-7F94-4BE6-8487-ED1C8EB80EA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A5E4C38-D83B-4010-BC4B-DA0BE18E78A3}" type="pres">
      <dgm:prSet presAssocID="{711ECBAA-7F94-4BE6-8487-ED1C8EB80EA5}" presName="spaceRect" presStyleCnt="0"/>
      <dgm:spPr/>
    </dgm:pt>
    <dgm:pt modelId="{00E6BA4D-5DCE-4050-9AAD-0B5AB81F2109}" type="pres">
      <dgm:prSet presAssocID="{711ECBAA-7F94-4BE6-8487-ED1C8EB80EA5}" presName="parTx" presStyleLbl="revTx" presStyleIdx="1" presStyleCnt="3">
        <dgm:presLayoutVars>
          <dgm:chMax val="0"/>
          <dgm:chPref val="0"/>
        </dgm:presLayoutVars>
      </dgm:prSet>
      <dgm:spPr/>
    </dgm:pt>
    <dgm:pt modelId="{1F424067-D76C-4D43-A956-C44ED9B810BF}" type="pres">
      <dgm:prSet presAssocID="{7144CB22-CBAD-475B-B772-D83590DD497D}" presName="sibTrans" presStyleCnt="0"/>
      <dgm:spPr/>
    </dgm:pt>
    <dgm:pt modelId="{B28E9950-8BB4-45E8-8A06-6E8A6703592A}" type="pres">
      <dgm:prSet presAssocID="{F7BBC60E-18A8-488A-BBDB-4A2A027D270B}" presName="compNode" presStyleCnt="0"/>
      <dgm:spPr/>
    </dgm:pt>
    <dgm:pt modelId="{5CE41A41-4A44-4F0A-B2F4-962486C8E6D3}" type="pres">
      <dgm:prSet presAssocID="{F7BBC60E-18A8-488A-BBDB-4A2A027D270B}" presName="bgRect" presStyleLbl="bgShp" presStyleIdx="2" presStyleCnt="3"/>
      <dgm:spPr/>
    </dgm:pt>
    <dgm:pt modelId="{3E442E2F-6E67-4D85-B73F-1C815E682607}" type="pres">
      <dgm:prSet presAssocID="{F7BBC60E-18A8-488A-BBDB-4A2A027D270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C94F57C3-A655-43AA-BB8D-C11202A331B3}" type="pres">
      <dgm:prSet presAssocID="{F7BBC60E-18A8-488A-BBDB-4A2A027D270B}" presName="spaceRect" presStyleCnt="0"/>
      <dgm:spPr/>
    </dgm:pt>
    <dgm:pt modelId="{A6E77EB3-E8F0-4080-9C8B-AB60038828AA}" type="pres">
      <dgm:prSet presAssocID="{F7BBC60E-18A8-488A-BBDB-4A2A027D270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D560533-685B-4323-8B6E-ADA6DA31A691}" type="presOf" srcId="{9DE081B4-ECF6-4646-90AF-5F7CFE3BFD7F}" destId="{AFD494F6-EA5C-4E2F-9076-9003EE24FDDE}" srcOrd="0" destOrd="0" presId="urn:microsoft.com/office/officeart/2018/2/layout/IconVerticalSolidList"/>
    <dgm:cxn modelId="{8A46CD4F-5093-4A5B-844F-70886E6BD6EF}" srcId="{3AB8D596-265F-48CB-BEDA-48D8A28413C6}" destId="{711ECBAA-7F94-4BE6-8487-ED1C8EB80EA5}" srcOrd="1" destOrd="0" parTransId="{2B89036B-C96A-4B27-880B-F69BA9B7E2B5}" sibTransId="{7144CB22-CBAD-475B-B772-D83590DD497D}"/>
    <dgm:cxn modelId="{38751375-5E5D-45E1-9037-D81AA05D4267}" type="presOf" srcId="{711ECBAA-7F94-4BE6-8487-ED1C8EB80EA5}" destId="{00E6BA4D-5DCE-4050-9AAD-0B5AB81F2109}" srcOrd="0" destOrd="0" presId="urn:microsoft.com/office/officeart/2018/2/layout/IconVerticalSolidList"/>
    <dgm:cxn modelId="{0841C390-6EB6-4182-AC93-D72644C233F3}" srcId="{3AB8D596-265F-48CB-BEDA-48D8A28413C6}" destId="{F7BBC60E-18A8-488A-BBDB-4A2A027D270B}" srcOrd="2" destOrd="0" parTransId="{A554CBA8-0456-4B93-80BB-30CD4084D52F}" sibTransId="{4CD6F5BF-0751-4F9D-9D8F-6EBC979C01F2}"/>
    <dgm:cxn modelId="{74572992-9417-493E-86C1-1B201D21F341}" type="presOf" srcId="{3AB8D596-265F-48CB-BEDA-48D8A28413C6}" destId="{1D6D8C11-0917-4FEB-8413-1C4174BA49F7}" srcOrd="0" destOrd="0" presId="urn:microsoft.com/office/officeart/2018/2/layout/IconVerticalSolidList"/>
    <dgm:cxn modelId="{BF5C0DE5-9C3B-4A99-B7BF-9CA9B64C1E3D}" type="presOf" srcId="{F7BBC60E-18A8-488A-BBDB-4A2A027D270B}" destId="{A6E77EB3-E8F0-4080-9C8B-AB60038828AA}" srcOrd="0" destOrd="0" presId="urn:microsoft.com/office/officeart/2018/2/layout/IconVerticalSolidList"/>
    <dgm:cxn modelId="{2B34C2F2-6C8B-4A84-8166-6FD2D96CAB8D}" srcId="{3AB8D596-265F-48CB-BEDA-48D8A28413C6}" destId="{9DE081B4-ECF6-4646-90AF-5F7CFE3BFD7F}" srcOrd="0" destOrd="0" parTransId="{F4B6DF94-6213-4477-A647-454CD1135D06}" sibTransId="{3709F189-A4AE-4A10-BF3B-0A9079F247DD}"/>
    <dgm:cxn modelId="{7AB664C4-D7E2-4D26-BA92-AAAE7CB73F6F}" type="presParOf" srcId="{1D6D8C11-0917-4FEB-8413-1C4174BA49F7}" destId="{38024B63-50C5-4E74-B39B-3DFDDBEA46EB}" srcOrd="0" destOrd="0" presId="urn:microsoft.com/office/officeart/2018/2/layout/IconVerticalSolidList"/>
    <dgm:cxn modelId="{9B6A3547-B659-4B31-B2C6-1C0CFD25BF07}" type="presParOf" srcId="{38024B63-50C5-4E74-B39B-3DFDDBEA46EB}" destId="{7ADB530A-9A60-4517-9330-5D437ACD0CE2}" srcOrd="0" destOrd="0" presId="urn:microsoft.com/office/officeart/2018/2/layout/IconVerticalSolidList"/>
    <dgm:cxn modelId="{DDD3882B-F6DC-4B8F-BE55-56F792241BAE}" type="presParOf" srcId="{38024B63-50C5-4E74-B39B-3DFDDBEA46EB}" destId="{0B419DB9-8463-4E44-B93C-DC47DA816D7C}" srcOrd="1" destOrd="0" presId="urn:microsoft.com/office/officeart/2018/2/layout/IconVerticalSolidList"/>
    <dgm:cxn modelId="{77A7FB94-487F-46DE-9C3F-3B468A35AF73}" type="presParOf" srcId="{38024B63-50C5-4E74-B39B-3DFDDBEA46EB}" destId="{B786B74E-14D6-46AE-968F-4F2EEC70B5BD}" srcOrd="2" destOrd="0" presId="urn:microsoft.com/office/officeart/2018/2/layout/IconVerticalSolidList"/>
    <dgm:cxn modelId="{0444A350-1D63-4892-912A-38B15F0497E6}" type="presParOf" srcId="{38024B63-50C5-4E74-B39B-3DFDDBEA46EB}" destId="{AFD494F6-EA5C-4E2F-9076-9003EE24FDDE}" srcOrd="3" destOrd="0" presId="urn:microsoft.com/office/officeart/2018/2/layout/IconVerticalSolidList"/>
    <dgm:cxn modelId="{6D292D70-62FB-4A48-B8A5-AC91EEF58D87}" type="presParOf" srcId="{1D6D8C11-0917-4FEB-8413-1C4174BA49F7}" destId="{DDE0635E-EE7B-482A-B129-78EE8CFA114C}" srcOrd="1" destOrd="0" presId="urn:microsoft.com/office/officeart/2018/2/layout/IconVerticalSolidList"/>
    <dgm:cxn modelId="{7704F0ED-89BC-40C1-88BA-E2148C8E1C05}" type="presParOf" srcId="{1D6D8C11-0917-4FEB-8413-1C4174BA49F7}" destId="{D749A782-4669-4C6D-903C-922DC8559C80}" srcOrd="2" destOrd="0" presId="urn:microsoft.com/office/officeart/2018/2/layout/IconVerticalSolidList"/>
    <dgm:cxn modelId="{2CA3398C-5112-40B6-AAE4-E1F749A30CCF}" type="presParOf" srcId="{D749A782-4669-4C6D-903C-922DC8559C80}" destId="{A4333593-265A-4C5C-B95D-AB03C4004C42}" srcOrd="0" destOrd="0" presId="urn:microsoft.com/office/officeart/2018/2/layout/IconVerticalSolidList"/>
    <dgm:cxn modelId="{C224A8B6-542F-4CE4-8A38-28516C69C379}" type="presParOf" srcId="{D749A782-4669-4C6D-903C-922DC8559C80}" destId="{2C974E8F-B944-4225-A1C3-03E89B0676BE}" srcOrd="1" destOrd="0" presId="urn:microsoft.com/office/officeart/2018/2/layout/IconVerticalSolidList"/>
    <dgm:cxn modelId="{2F5ED39C-6A38-41D3-9E42-11BA461EF0F9}" type="presParOf" srcId="{D749A782-4669-4C6D-903C-922DC8559C80}" destId="{2A5E4C38-D83B-4010-BC4B-DA0BE18E78A3}" srcOrd="2" destOrd="0" presId="urn:microsoft.com/office/officeart/2018/2/layout/IconVerticalSolidList"/>
    <dgm:cxn modelId="{D403F944-FE2F-423F-B01E-37D037930C47}" type="presParOf" srcId="{D749A782-4669-4C6D-903C-922DC8559C80}" destId="{00E6BA4D-5DCE-4050-9AAD-0B5AB81F2109}" srcOrd="3" destOrd="0" presId="urn:microsoft.com/office/officeart/2018/2/layout/IconVerticalSolidList"/>
    <dgm:cxn modelId="{9E140FA1-EF45-4E3A-8938-751EF6557ACE}" type="presParOf" srcId="{1D6D8C11-0917-4FEB-8413-1C4174BA49F7}" destId="{1F424067-D76C-4D43-A956-C44ED9B810BF}" srcOrd="3" destOrd="0" presId="urn:microsoft.com/office/officeart/2018/2/layout/IconVerticalSolidList"/>
    <dgm:cxn modelId="{1A24CA04-849B-41D9-A6A2-E0DF85CEB54E}" type="presParOf" srcId="{1D6D8C11-0917-4FEB-8413-1C4174BA49F7}" destId="{B28E9950-8BB4-45E8-8A06-6E8A6703592A}" srcOrd="4" destOrd="0" presId="urn:microsoft.com/office/officeart/2018/2/layout/IconVerticalSolidList"/>
    <dgm:cxn modelId="{A99F68ED-9ED2-4AB1-A7DE-266071AB3AC9}" type="presParOf" srcId="{B28E9950-8BB4-45E8-8A06-6E8A6703592A}" destId="{5CE41A41-4A44-4F0A-B2F4-962486C8E6D3}" srcOrd="0" destOrd="0" presId="urn:microsoft.com/office/officeart/2018/2/layout/IconVerticalSolidList"/>
    <dgm:cxn modelId="{C326E4F1-7754-4C04-A7F5-B4BE6867D2A1}" type="presParOf" srcId="{B28E9950-8BB4-45E8-8A06-6E8A6703592A}" destId="{3E442E2F-6E67-4D85-B73F-1C815E682607}" srcOrd="1" destOrd="0" presId="urn:microsoft.com/office/officeart/2018/2/layout/IconVerticalSolidList"/>
    <dgm:cxn modelId="{B52A9645-1599-4A45-A024-B075439147EE}" type="presParOf" srcId="{B28E9950-8BB4-45E8-8A06-6E8A6703592A}" destId="{C94F57C3-A655-43AA-BB8D-C11202A331B3}" srcOrd="2" destOrd="0" presId="urn:microsoft.com/office/officeart/2018/2/layout/IconVerticalSolidList"/>
    <dgm:cxn modelId="{F55BEA39-4768-40F9-A2D5-E3B3DAB743B4}" type="presParOf" srcId="{B28E9950-8BB4-45E8-8A06-6E8A6703592A}" destId="{A6E77EB3-E8F0-4080-9C8B-AB60038828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FFC470-666C-4886-A620-E484159D8BC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001382E-8EB9-4732-B23D-86F270803B6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CH" dirty="0"/>
            <a:t>Dies ist eine gute Lösung für Identitätsprüfungen.</a:t>
          </a:r>
          <a:endParaRPr lang="en-US" dirty="0"/>
        </a:p>
      </dgm:t>
    </dgm:pt>
    <dgm:pt modelId="{F24EF5FF-DA38-47B5-A5E3-40A89544DC32}" type="parTrans" cxnId="{A56BEC89-6B19-4CE6-8112-F881E07C4FB2}">
      <dgm:prSet/>
      <dgm:spPr/>
      <dgm:t>
        <a:bodyPr/>
        <a:lstStyle/>
        <a:p>
          <a:endParaRPr lang="en-US"/>
        </a:p>
      </dgm:t>
    </dgm:pt>
    <dgm:pt modelId="{D2D79E20-EB11-4953-BBAF-631CE74F9765}" type="sibTrans" cxnId="{A56BEC89-6B19-4CE6-8112-F881E07C4FB2}">
      <dgm:prSet/>
      <dgm:spPr/>
      <dgm:t>
        <a:bodyPr/>
        <a:lstStyle/>
        <a:p>
          <a:endParaRPr lang="en-US"/>
        </a:p>
      </dgm:t>
    </dgm:pt>
    <dgm:pt modelId="{28348ADB-3637-4336-8CEF-578D5BCDE7B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CH" dirty="0"/>
            <a:t>Es ist KEINE besonders gute Lösung für die Authentifizierung.</a:t>
          </a:r>
          <a:endParaRPr lang="en-US" dirty="0"/>
        </a:p>
      </dgm:t>
    </dgm:pt>
    <dgm:pt modelId="{A6B85B0B-F993-428B-82BF-4FAE30CB684B}" type="parTrans" cxnId="{39A518B3-A063-4414-B884-5F3768F6EAC5}">
      <dgm:prSet/>
      <dgm:spPr/>
      <dgm:t>
        <a:bodyPr/>
        <a:lstStyle/>
        <a:p>
          <a:endParaRPr lang="en-US"/>
        </a:p>
      </dgm:t>
    </dgm:pt>
    <dgm:pt modelId="{F27A5640-BBDE-4C31-A20C-FC25A938BE8E}" type="sibTrans" cxnId="{39A518B3-A063-4414-B884-5F3768F6EAC5}">
      <dgm:prSet/>
      <dgm:spPr/>
      <dgm:t>
        <a:bodyPr/>
        <a:lstStyle/>
        <a:p>
          <a:endParaRPr lang="en-US"/>
        </a:p>
      </dgm:t>
    </dgm:pt>
    <dgm:pt modelId="{8F3A3B91-0AE9-477D-87E6-D126A6942B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Kein Schutz </a:t>
          </a:r>
          <a:r>
            <a:rPr lang="en-US" dirty="0" err="1"/>
            <a:t>vor</a:t>
          </a:r>
          <a:r>
            <a:rPr lang="en-US" dirty="0"/>
            <a:t> Phishing.</a:t>
          </a:r>
        </a:p>
      </dgm:t>
    </dgm:pt>
    <dgm:pt modelId="{BF5AF44E-FF50-4331-9068-87389A18C3DD}" type="parTrans" cxnId="{BC4A6C3A-6998-4ECB-850A-C353EF675E6E}">
      <dgm:prSet/>
      <dgm:spPr/>
      <dgm:t>
        <a:bodyPr/>
        <a:lstStyle/>
        <a:p>
          <a:endParaRPr lang="en-US"/>
        </a:p>
      </dgm:t>
    </dgm:pt>
    <dgm:pt modelId="{1D35AFAE-62BC-49D7-B972-512FE2001284}" type="sibTrans" cxnId="{BC4A6C3A-6998-4ECB-850A-C353EF675E6E}">
      <dgm:prSet/>
      <dgm:spPr/>
      <dgm:t>
        <a:bodyPr/>
        <a:lstStyle/>
        <a:p>
          <a:endParaRPr lang="en-US"/>
        </a:p>
      </dgm:t>
    </dgm:pt>
    <dgm:pt modelId="{65DDBC78-447E-42BC-9332-2C3B646395B4}" type="pres">
      <dgm:prSet presAssocID="{C8FFC470-666C-4886-A620-E484159D8BCB}" presName="root" presStyleCnt="0">
        <dgm:presLayoutVars>
          <dgm:dir/>
          <dgm:resizeHandles val="exact"/>
        </dgm:presLayoutVars>
      </dgm:prSet>
      <dgm:spPr/>
    </dgm:pt>
    <dgm:pt modelId="{E8834D80-FEC9-4229-A334-7FC08446658E}" type="pres">
      <dgm:prSet presAssocID="{4001382E-8EB9-4732-B23D-86F270803B6B}" presName="compNode" presStyleCnt="0"/>
      <dgm:spPr/>
    </dgm:pt>
    <dgm:pt modelId="{C6D99A46-23C4-4107-862F-CFD5766B1A7E}" type="pres">
      <dgm:prSet presAssocID="{4001382E-8EB9-4732-B23D-86F270803B6B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96EE613F-2D68-4405-8807-F108DF0DD778}" type="pres">
      <dgm:prSet presAssocID="{4001382E-8EB9-4732-B23D-86F270803B6B}" presName="iconSpace" presStyleCnt="0"/>
      <dgm:spPr/>
    </dgm:pt>
    <dgm:pt modelId="{A82DCA6B-BAF9-4E5F-B6E0-160D7DD9F527}" type="pres">
      <dgm:prSet presAssocID="{4001382E-8EB9-4732-B23D-86F270803B6B}" presName="parTx" presStyleLbl="revTx" presStyleIdx="0" presStyleCnt="4">
        <dgm:presLayoutVars>
          <dgm:chMax val="0"/>
          <dgm:chPref val="0"/>
        </dgm:presLayoutVars>
      </dgm:prSet>
      <dgm:spPr/>
    </dgm:pt>
    <dgm:pt modelId="{DE5C386F-7E3B-4F3D-BF8A-2152396C19A0}" type="pres">
      <dgm:prSet presAssocID="{4001382E-8EB9-4732-B23D-86F270803B6B}" presName="txSpace" presStyleCnt="0"/>
      <dgm:spPr/>
    </dgm:pt>
    <dgm:pt modelId="{55BAD057-ADB0-42D4-9791-D58D8DBBDF0F}" type="pres">
      <dgm:prSet presAssocID="{4001382E-8EB9-4732-B23D-86F270803B6B}" presName="desTx" presStyleLbl="revTx" presStyleIdx="1" presStyleCnt="4">
        <dgm:presLayoutVars/>
      </dgm:prSet>
      <dgm:spPr/>
    </dgm:pt>
    <dgm:pt modelId="{1AE7DC5B-0D60-4A5A-882F-365CA041884F}" type="pres">
      <dgm:prSet presAssocID="{D2D79E20-EB11-4953-BBAF-631CE74F9765}" presName="sibTrans" presStyleCnt="0"/>
      <dgm:spPr/>
    </dgm:pt>
    <dgm:pt modelId="{963BF3B4-43EB-4EC7-8F32-4417521FEA05}" type="pres">
      <dgm:prSet presAssocID="{28348ADB-3637-4336-8CEF-578D5BCDE7B3}" presName="compNode" presStyleCnt="0"/>
      <dgm:spPr/>
    </dgm:pt>
    <dgm:pt modelId="{EE21D254-AEC4-41B1-8696-7793E487F84E}" type="pres">
      <dgm:prSet presAssocID="{28348ADB-3637-4336-8CEF-578D5BCDE7B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1EF4455-0ADC-42DC-BA32-8FE295F0EF7D}" type="pres">
      <dgm:prSet presAssocID="{28348ADB-3637-4336-8CEF-578D5BCDE7B3}" presName="iconSpace" presStyleCnt="0"/>
      <dgm:spPr/>
    </dgm:pt>
    <dgm:pt modelId="{76FBD85A-604D-4DDF-ACD4-E9878667D2FB}" type="pres">
      <dgm:prSet presAssocID="{28348ADB-3637-4336-8CEF-578D5BCDE7B3}" presName="parTx" presStyleLbl="revTx" presStyleIdx="2" presStyleCnt="4">
        <dgm:presLayoutVars>
          <dgm:chMax val="0"/>
          <dgm:chPref val="0"/>
        </dgm:presLayoutVars>
      </dgm:prSet>
      <dgm:spPr/>
    </dgm:pt>
    <dgm:pt modelId="{C3934370-63C1-4A7E-B540-FE3D70BBAC14}" type="pres">
      <dgm:prSet presAssocID="{28348ADB-3637-4336-8CEF-578D5BCDE7B3}" presName="txSpace" presStyleCnt="0"/>
      <dgm:spPr/>
    </dgm:pt>
    <dgm:pt modelId="{2F8B926F-30EE-4701-8AD6-EA52CE58D729}" type="pres">
      <dgm:prSet presAssocID="{28348ADB-3637-4336-8CEF-578D5BCDE7B3}" presName="desTx" presStyleLbl="revTx" presStyleIdx="3" presStyleCnt="4">
        <dgm:presLayoutVars/>
      </dgm:prSet>
      <dgm:spPr/>
    </dgm:pt>
  </dgm:ptLst>
  <dgm:cxnLst>
    <dgm:cxn modelId="{244A631A-461B-451F-91B6-ABFAEDA04B1B}" type="presOf" srcId="{4001382E-8EB9-4732-B23D-86F270803B6B}" destId="{A82DCA6B-BAF9-4E5F-B6E0-160D7DD9F527}" srcOrd="0" destOrd="0" presId="urn:microsoft.com/office/officeart/2018/2/layout/IconLabelDescriptionList"/>
    <dgm:cxn modelId="{C888C62D-A87E-4D7E-BE28-9C05C2A2A2E5}" type="presOf" srcId="{28348ADB-3637-4336-8CEF-578D5BCDE7B3}" destId="{76FBD85A-604D-4DDF-ACD4-E9878667D2FB}" srcOrd="0" destOrd="0" presId="urn:microsoft.com/office/officeart/2018/2/layout/IconLabelDescriptionList"/>
    <dgm:cxn modelId="{6AFDB039-6C9F-4C36-B262-A5C1D5DD97A5}" type="presOf" srcId="{C8FFC470-666C-4886-A620-E484159D8BCB}" destId="{65DDBC78-447E-42BC-9332-2C3B646395B4}" srcOrd="0" destOrd="0" presId="urn:microsoft.com/office/officeart/2018/2/layout/IconLabelDescriptionList"/>
    <dgm:cxn modelId="{BC4A6C3A-6998-4ECB-850A-C353EF675E6E}" srcId="{28348ADB-3637-4336-8CEF-578D5BCDE7B3}" destId="{8F3A3B91-0AE9-477D-87E6-D126A6942BF7}" srcOrd="0" destOrd="0" parTransId="{BF5AF44E-FF50-4331-9068-87389A18C3DD}" sibTransId="{1D35AFAE-62BC-49D7-B972-512FE2001284}"/>
    <dgm:cxn modelId="{A56BEC89-6B19-4CE6-8112-F881E07C4FB2}" srcId="{C8FFC470-666C-4886-A620-E484159D8BCB}" destId="{4001382E-8EB9-4732-B23D-86F270803B6B}" srcOrd="0" destOrd="0" parTransId="{F24EF5FF-DA38-47B5-A5E3-40A89544DC32}" sibTransId="{D2D79E20-EB11-4953-BBAF-631CE74F9765}"/>
    <dgm:cxn modelId="{39A518B3-A063-4414-B884-5F3768F6EAC5}" srcId="{C8FFC470-666C-4886-A620-E484159D8BCB}" destId="{28348ADB-3637-4336-8CEF-578D5BCDE7B3}" srcOrd="1" destOrd="0" parTransId="{A6B85B0B-F993-428B-82BF-4FAE30CB684B}" sibTransId="{F27A5640-BBDE-4C31-A20C-FC25A938BE8E}"/>
    <dgm:cxn modelId="{8B276EE9-FCD7-4243-BF1C-96F222B743B4}" type="presOf" srcId="{8F3A3B91-0AE9-477D-87E6-D126A6942BF7}" destId="{2F8B926F-30EE-4701-8AD6-EA52CE58D729}" srcOrd="0" destOrd="0" presId="urn:microsoft.com/office/officeart/2018/2/layout/IconLabelDescriptionList"/>
    <dgm:cxn modelId="{639B2739-AB5C-4D02-BB32-E113F45E993B}" type="presParOf" srcId="{65DDBC78-447E-42BC-9332-2C3B646395B4}" destId="{E8834D80-FEC9-4229-A334-7FC08446658E}" srcOrd="0" destOrd="0" presId="urn:microsoft.com/office/officeart/2018/2/layout/IconLabelDescriptionList"/>
    <dgm:cxn modelId="{336EFD24-CB2C-4077-9B2E-B5C3F97FE769}" type="presParOf" srcId="{E8834D80-FEC9-4229-A334-7FC08446658E}" destId="{C6D99A46-23C4-4107-862F-CFD5766B1A7E}" srcOrd="0" destOrd="0" presId="urn:microsoft.com/office/officeart/2018/2/layout/IconLabelDescriptionList"/>
    <dgm:cxn modelId="{7E2E4FD9-2CB8-4BAC-8F70-3FF40C9B5B3B}" type="presParOf" srcId="{E8834D80-FEC9-4229-A334-7FC08446658E}" destId="{96EE613F-2D68-4405-8807-F108DF0DD778}" srcOrd="1" destOrd="0" presId="urn:microsoft.com/office/officeart/2018/2/layout/IconLabelDescriptionList"/>
    <dgm:cxn modelId="{918CF705-372C-4500-9E2C-44784E20A820}" type="presParOf" srcId="{E8834D80-FEC9-4229-A334-7FC08446658E}" destId="{A82DCA6B-BAF9-4E5F-B6E0-160D7DD9F527}" srcOrd="2" destOrd="0" presId="urn:microsoft.com/office/officeart/2018/2/layout/IconLabelDescriptionList"/>
    <dgm:cxn modelId="{45CF1BDE-F5A5-44A5-8003-1B702496E533}" type="presParOf" srcId="{E8834D80-FEC9-4229-A334-7FC08446658E}" destId="{DE5C386F-7E3B-4F3D-BF8A-2152396C19A0}" srcOrd="3" destOrd="0" presId="urn:microsoft.com/office/officeart/2018/2/layout/IconLabelDescriptionList"/>
    <dgm:cxn modelId="{68A4979D-8B01-46DC-BD40-8ABED2E4C4DB}" type="presParOf" srcId="{E8834D80-FEC9-4229-A334-7FC08446658E}" destId="{55BAD057-ADB0-42D4-9791-D58D8DBBDF0F}" srcOrd="4" destOrd="0" presId="urn:microsoft.com/office/officeart/2018/2/layout/IconLabelDescriptionList"/>
    <dgm:cxn modelId="{82D75F00-F2AC-47BB-966C-EB027C40D75D}" type="presParOf" srcId="{65DDBC78-447E-42BC-9332-2C3B646395B4}" destId="{1AE7DC5B-0D60-4A5A-882F-365CA041884F}" srcOrd="1" destOrd="0" presId="urn:microsoft.com/office/officeart/2018/2/layout/IconLabelDescriptionList"/>
    <dgm:cxn modelId="{66FD1A5D-6B5B-4AA0-8FE9-F7246752E586}" type="presParOf" srcId="{65DDBC78-447E-42BC-9332-2C3B646395B4}" destId="{963BF3B4-43EB-4EC7-8F32-4417521FEA05}" srcOrd="2" destOrd="0" presId="urn:microsoft.com/office/officeart/2018/2/layout/IconLabelDescriptionList"/>
    <dgm:cxn modelId="{E23A6CDF-987B-4FC2-9458-918A6EC06B24}" type="presParOf" srcId="{963BF3B4-43EB-4EC7-8F32-4417521FEA05}" destId="{EE21D254-AEC4-41B1-8696-7793E487F84E}" srcOrd="0" destOrd="0" presId="urn:microsoft.com/office/officeart/2018/2/layout/IconLabelDescriptionList"/>
    <dgm:cxn modelId="{F4B8155E-C074-47F6-91A9-DDE7033D68EB}" type="presParOf" srcId="{963BF3B4-43EB-4EC7-8F32-4417521FEA05}" destId="{F1EF4455-0ADC-42DC-BA32-8FE295F0EF7D}" srcOrd="1" destOrd="0" presId="urn:microsoft.com/office/officeart/2018/2/layout/IconLabelDescriptionList"/>
    <dgm:cxn modelId="{F3774EAE-4BE4-4C43-B70B-6C5D25DD2518}" type="presParOf" srcId="{963BF3B4-43EB-4EC7-8F32-4417521FEA05}" destId="{76FBD85A-604D-4DDF-ACD4-E9878667D2FB}" srcOrd="2" destOrd="0" presId="urn:microsoft.com/office/officeart/2018/2/layout/IconLabelDescriptionList"/>
    <dgm:cxn modelId="{C2A4DF42-DC34-478D-AF87-2B0D0C7A6C8F}" type="presParOf" srcId="{963BF3B4-43EB-4EC7-8F32-4417521FEA05}" destId="{C3934370-63C1-4A7E-B540-FE3D70BBAC14}" srcOrd="3" destOrd="0" presId="urn:microsoft.com/office/officeart/2018/2/layout/IconLabelDescriptionList"/>
    <dgm:cxn modelId="{C62E71BA-064B-4E62-9667-C039BC1BDB5A}" type="presParOf" srcId="{963BF3B4-43EB-4EC7-8F32-4417521FEA05}" destId="{2F8B926F-30EE-4701-8AD6-EA52CE58D72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FFC470-666C-4886-A620-E484159D8BC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001382E-8EB9-4732-B23D-86F270803B6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 err="1"/>
            <a:t>Registrieren</a:t>
          </a:r>
          <a:endParaRPr lang="en-US" dirty="0"/>
        </a:p>
      </dgm:t>
    </dgm:pt>
    <dgm:pt modelId="{F24EF5FF-DA38-47B5-A5E3-40A89544DC32}" type="parTrans" cxnId="{A56BEC89-6B19-4CE6-8112-F881E07C4FB2}">
      <dgm:prSet/>
      <dgm:spPr/>
      <dgm:t>
        <a:bodyPr/>
        <a:lstStyle/>
        <a:p>
          <a:endParaRPr lang="en-US"/>
        </a:p>
      </dgm:t>
    </dgm:pt>
    <dgm:pt modelId="{D2D79E20-EB11-4953-BBAF-631CE74F9765}" type="sibTrans" cxnId="{A56BEC89-6B19-4CE6-8112-F881E07C4FB2}">
      <dgm:prSet/>
      <dgm:spPr/>
      <dgm:t>
        <a:bodyPr/>
        <a:lstStyle/>
        <a:p>
          <a:endParaRPr lang="en-US"/>
        </a:p>
      </dgm:t>
    </dgm:pt>
    <dgm:pt modelId="{28348ADB-3637-4336-8CEF-578D5BCDE7B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Step up Auth</a:t>
          </a:r>
        </a:p>
      </dgm:t>
    </dgm:pt>
    <dgm:pt modelId="{A6B85B0B-F993-428B-82BF-4FAE30CB684B}" type="parTrans" cxnId="{39A518B3-A063-4414-B884-5F3768F6EAC5}">
      <dgm:prSet/>
      <dgm:spPr/>
      <dgm:t>
        <a:bodyPr/>
        <a:lstStyle/>
        <a:p>
          <a:endParaRPr lang="en-US"/>
        </a:p>
      </dgm:t>
    </dgm:pt>
    <dgm:pt modelId="{F27A5640-BBDE-4C31-A20C-FC25A938BE8E}" type="sibTrans" cxnId="{39A518B3-A063-4414-B884-5F3768F6EAC5}">
      <dgm:prSet/>
      <dgm:spPr/>
      <dgm:t>
        <a:bodyPr/>
        <a:lstStyle/>
        <a:p>
          <a:endParaRPr lang="en-US"/>
        </a:p>
      </dgm:t>
    </dgm:pt>
    <dgm:pt modelId="{028D97AD-4D49-4C10-B91F-964FEFA5230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Recovery</a:t>
          </a:r>
        </a:p>
      </dgm:t>
    </dgm:pt>
    <dgm:pt modelId="{165955C2-8AC6-4F41-A4D6-B7A46BE1774B}" type="parTrans" cxnId="{F127508B-4525-4EE9-A232-E108014EC30D}">
      <dgm:prSet/>
      <dgm:spPr/>
      <dgm:t>
        <a:bodyPr/>
        <a:lstStyle/>
        <a:p>
          <a:endParaRPr lang="de-CH"/>
        </a:p>
      </dgm:t>
    </dgm:pt>
    <dgm:pt modelId="{2B7794B6-EE14-4ED4-8394-EA1CD7B30969}" type="sibTrans" cxnId="{F127508B-4525-4EE9-A232-E108014EC30D}">
      <dgm:prSet/>
      <dgm:spPr/>
      <dgm:t>
        <a:bodyPr/>
        <a:lstStyle/>
        <a:p>
          <a:endParaRPr lang="de-CH"/>
        </a:p>
      </dgm:t>
    </dgm:pt>
    <dgm:pt modelId="{65DDBC78-447E-42BC-9332-2C3B646395B4}" type="pres">
      <dgm:prSet presAssocID="{C8FFC470-666C-4886-A620-E484159D8BCB}" presName="root" presStyleCnt="0">
        <dgm:presLayoutVars>
          <dgm:dir/>
          <dgm:resizeHandles val="exact"/>
        </dgm:presLayoutVars>
      </dgm:prSet>
      <dgm:spPr/>
    </dgm:pt>
    <dgm:pt modelId="{E8834D80-FEC9-4229-A334-7FC08446658E}" type="pres">
      <dgm:prSet presAssocID="{4001382E-8EB9-4732-B23D-86F270803B6B}" presName="compNode" presStyleCnt="0"/>
      <dgm:spPr/>
    </dgm:pt>
    <dgm:pt modelId="{C6D99A46-23C4-4107-862F-CFD5766B1A7E}" type="pres">
      <dgm:prSet presAssocID="{4001382E-8EB9-4732-B23D-86F270803B6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96EE613F-2D68-4405-8807-F108DF0DD778}" type="pres">
      <dgm:prSet presAssocID="{4001382E-8EB9-4732-B23D-86F270803B6B}" presName="iconSpace" presStyleCnt="0"/>
      <dgm:spPr/>
    </dgm:pt>
    <dgm:pt modelId="{A82DCA6B-BAF9-4E5F-B6E0-160D7DD9F527}" type="pres">
      <dgm:prSet presAssocID="{4001382E-8EB9-4732-B23D-86F270803B6B}" presName="parTx" presStyleLbl="revTx" presStyleIdx="0" presStyleCnt="6">
        <dgm:presLayoutVars>
          <dgm:chMax val="0"/>
          <dgm:chPref val="0"/>
        </dgm:presLayoutVars>
      </dgm:prSet>
      <dgm:spPr/>
    </dgm:pt>
    <dgm:pt modelId="{DE5C386F-7E3B-4F3D-BF8A-2152396C19A0}" type="pres">
      <dgm:prSet presAssocID="{4001382E-8EB9-4732-B23D-86F270803B6B}" presName="txSpace" presStyleCnt="0"/>
      <dgm:spPr/>
    </dgm:pt>
    <dgm:pt modelId="{55BAD057-ADB0-42D4-9791-D58D8DBBDF0F}" type="pres">
      <dgm:prSet presAssocID="{4001382E-8EB9-4732-B23D-86F270803B6B}" presName="desTx" presStyleLbl="revTx" presStyleIdx="1" presStyleCnt="6">
        <dgm:presLayoutVars/>
      </dgm:prSet>
      <dgm:spPr/>
    </dgm:pt>
    <dgm:pt modelId="{1AE7DC5B-0D60-4A5A-882F-365CA041884F}" type="pres">
      <dgm:prSet presAssocID="{D2D79E20-EB11-4953-BBAF-631CE74F9765}" presName="sibTrans" presStyleCnt="0"/>
      <dgm:spPr/>
    </dgm:pt>
    <dgm:pt modelId="{963BF3B4-43EB-4EC7-8F32-4417521FEA05}" type="pres">
      <dgm:prSet presAssocID="{28348ADB-3637-4336-8CEF-578D5BCDE7B3}" presName="compNode" presStyleCnt="0"/>
      <dgm:spPr/>
    </dgm:pt>
    <dgm:pt modelId="{EE21D254-AEC4-41B1-8696-7793E487F84E}" type="pres">
      <dgm:prSet presAssocID="{28348ADB-3637-4336-8CEF-578D5BCDE7B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1EF4455-0ADC-42DC-BA32-8FE295F0EF7D}" type="pres">
      <dgm:prSet presAssocID="{28348ADB-3637-4336-8CEF-578D5BCDE7B3}" presName="iconSpace" presStyleCnt="0"/>
      <dgm:spPr/>
    </dgm:pt>
    <dgm:pt modelId="{76FBD85A-604D-4DDF-ACD4-E9878667D2FB}" type="pres">
      <dgm:prSet presAssocID="{28348ADB-3637-4336-8CEF-578D5BCDE7B3}" presName="parTx" presStyleLbl="revTx" presStyleIdx="2" presStyleCnt="6">
        <dgm:presLayoutVars>
          <dgm:chMax val="0"/>
          <dgm:chPref val="0"/>
        </dgm:presLayoutVars>
      </dgm:prSet>
      <dgm:spPr/>
    </dgm:pt>
    <dgm:pt modelId="{C3934370-63C1-4A7E-B540-FE3D70BBAC14}" type="pres">
      <dgm:prSet presAssocID="{28348ADB-3637-4336-8CEF-578D5BCDE7B3}" presName="txSpace" presStyleCnt="0"/>
      <dgm:spPr/>
    </dgm:pt>
    <dgm:pt modelId="{2F8B926F-30EE-4701-8AD6-EA52CE58D729}" type="pres">
      <dgm:prSet presAssocID="{28348ADB-3637-4336-8CEF-578D5BCDE7B3}" presName="desTx" presStyleLbl="revTx" presStyleIdx="3" presStyleCnt="6">
        <dgm:presLayoutVars/>
      </dgm:prSet>
      <dgm:spPr/>
    </dgm:pt>
    <dgm:pt modelId="{8F86EF5F-95D1-4C78-984B-FE79017AB065}" type="pres">
      <dgm:prSet presAssocID="{F27A5640-BBDE-4C31-A20C-FC25A938BE8E}" presName="sibTrans" presStyleCnt="0"/>
      <dgm:spPr/>
    </dgm:pt>
    <dgm:pt modelId="{0E9A5478-F7E7-4B3B-A240-64301F8A015F}" type="pres">
      <dgm:prSet presAssocID="{028D97AD-4D49-4C10-B91F-964FEFA52305}" presName="compNode" presStyleCnt="0"/>
      <dgm:spPr/>
    </dgm:pt>
    <dgm:pt modelId="{8C52CD04-2718-4507-83CB-4FCC25DE7F4B}" type="pres">
      <dgm:prSet presAssocID="{028D97AD-4D49-4C10-B91F-964FEFA52305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s with lines outline"/>
        </a:ext>
      </dgm:extLst>
    </dgm:pt>
    <dgm:pt modelId="{F6A77BDB-AB7E-4C8E-A430-D014C49AB4F4}" type="pres">
      <dgm:prSet presAssocID="{028D97AD-4D49-4C10-B91F-964FEFA52305}" presName="iconSpace" presStyleCnt="0"/>
      <dgm:spPr/>
    </dgm:pt>
    <dgm:pt modelId="{968A8061-C51E-499B-9341-9A13362D833A}" type="pres">
      <dgm:prSet presAssocID="{028D97AD-4D49-4C10-B91F-964FEFA52305}" presName="parTx" presStyleLbl="revTx" presStyleIdx="4" presStyleCnt="6">
        <dgm:presLayoutVars>
          <dgm:chMax val="0"/>
          <dgm:chPref val="0"/>
        </dgm:presLayoutVars>
      </dgm:prSet>
      <dgm:spPr/>
    </dgm:pt>
    <dgm:pt modelId="{268A4BD5-A556-44BE-9341-2E0171A4C6D2}" type="pres">
      <dgm:prSet presAssocID="{028D97AD-4D49-4C10-B91F-964FEFA52305}" presName="txSpace" presStyleCnt="0"/>
      <dgm:spPr/>
    </dgm:pt>
    <dgm:pt modelId="{634E24CC-A532-4D92-BE24-35D874073CE7}" type="pres">
      <dgm:prSet presAssocID="{028D97AD-4D49-4C10-B91F-964FEFA52305}" presName="desTx" presStyleLbl="revTx" presStyleIdx="5" presStyleCnt="6">
        <dgm:presLayoutVars/>
      </dgm:prSet>
      <dgm:spPr/>
    </dgm:pt>
  </dgm:ptLst>
  <dgm:cxnLst>
    <dgm:cxn modelId="{244A631A-461B-451F-91B6-ABFAEDA04B1B}" type="presOf" srcId="{4001382E-8EB9-4732-B23D-86F270803B6B}" destId="{A82DCA6B-BAF9-4E5F-B6E0-160D7DD9F527}" srcOrd="0" destOrd="0" presId="urn:microsoft.com/office/officeart/2018/2/layout/IconLabelDescriptionList"/>
    <dgm:cxn modelId="{C888C62D-A87E-4D7E-BE28-9C05C2A2A2E5}" type="presOf" srcId="{28348ADB-3637-4336-8CEF-578D5BCDE7B3}" destId="{76FBD85A-604D-4DDF-ACD4-E9878667D2FB}" srcOrd="0" destOrd="0" presId="urn:microsoft.com/office/officeart/2018/2/layout/IconLabelDescriptionList"/>
    <dgm:cxn modelId="{6AFDB039-6C9F-4C36-B262-A5C1D5DD97A5}" type="presOf" srcId="{C8FFC470-666C-4886-A620-E484159D8BCB}" destId="{65DDBC78-447E-42BC-9332-2C3B646395B4}" srcOrd="0" destOrd="0" presId="urn:microsoft.com/office/officeart/2018/2/layout/IconLabelDescriptionList"/>
    <dgm:cxn modelId="{A56BEC89-6B19-4CE6-8112-F881E07C4FB2}" srcId="{C8FFC470-666C-4886-A620-E484159D8BCB}" destId="{4001382E-8EB9-4732-B23D-86F270803B6B}" srcOrd="0" destOrd="0" parTransId="{F24EF5FF-DA38-47B5-A5E3-40A89544DC32}" sibTransId="{D2D79E20-EB11-4953-BBAF-631CE74F9765}"/>
    <dgm:cxn modelId="{F127508B-4525-4EE9-A232-E108014EC30D}" srcId="{C8FFC470-666C-4886-A620-E484159D8BCB}" destId="{028D97AD-4D49-4C10-B91F-964FEFA52305}" srcOrd="2" destOrd="0" parTransId="{165955C2-8AC6-4F41-A4D6-B7A46BE1774B}" sibTransId="{2B7794B6-EE14-4ED4-8394-EA1CD7B30969}"/>
    <dgm:cxn modelId="{39A518B3-A063-4414-B884-5F3768F6EAC5}" srcId="{C8FFC470-666C-4886-A620-E484159D8BCB}" destId="{28348ADB-3637-4336-8CEF-578D5BCDE7B3}" srcOrd="1" destOrd="0" parTransId="{A6B85B0B-F993-428B-82BF-4FAE30CB684B}" sibTransId="{F27A5640-BBDE-4C31-A20C-FC25A938BE8E}"/>
    <dgm:cxn modelId="{60AC07B7-0D11-4587-B995-419B80F787B2}" type="presOf" srcId="{028D97AD-4D49-4C10-B91F-964FEFA52305}" destId="{968A8061-C51E-499B-9341-9A13362D833A}" srcOrd="0" destOrd="0" presId="urn:microsoft.com/office/officeart/2018/2/layout/IconLabelDescriptionList"/>
    <dgm:cxn modelId="{639B2739-AB5C-4D02-BB32-E113F45E993B}" type="presParOf" srcId="{65DDBC78-447E-42BC-9332-2C3B646395B4}" destId="{E8834D80-FEC9-4229-A334-7FC08446658E}" srcOrd="0" destOrd="0" presId="urn:microsoft.com/office/officeart/2018/2/layout/IconLabelDescriptionList"/>
    <dgm:cxn modelId="{336EFD24-CB2C-4077-9B2E-B5C3F97FE769}" type="presParOf" srcId="{E8834D80-FEC9-4229-A334-7FC08446658E}" destId="{C6D99A46-23C4-4107-862F-CFD5766B1A7E}" srcOrd="0" destOrd="0" presId="urn:microsoft.com/office/officeart/2018/2/layout/IconLabelDescriptionList"/>
    <dgm:cxn modelId="{7E2E4FD9-2CB8-4BAC-8F70-3FF40C9B5B3B}" type="presParOf" srcId="{E8834D80-FEC9-4229-A334-7FC08446658E}" destId="{96EE613F-2D68-4405-8807-F108DF0DD778}" srcOrd="1" destOrd="0" presId="urn:microsoft.com/office/officeart/2018/2/layout/IconLabelDescriptionList"/>
    <dgm:cxn modelId="{918CF705-372C-4500-9E2C-44784E20A820}" type="presParOf" srcId="{E8834D80-FEC9-4229-A334-7FC08446658E}" destId="{A82DCA6B-BAF9-4E5F-B6E0-160D7DD9F527}" srcOrd="2" destOrd="0" presId="urn:microsoft.com/office/officeart/2018/2/layout/IconLabelDescriptionList"/>
    <dgm:cxn modelId="{45CF1BDE-F5A5-44A5-8003-1B702496E533}" type="presParOf" srcId="{E8834D80-FEC9-4229-A334-7FC08446658E}" destId="{DE5C386F-7E3B-4F3D-BF8A-2152396C19A0}" srcOrd="3" destOrd="0" presId="urn:microsoft.com/office/officeart/2018/2/layout/IconLabelDescriptionList"/>
    <dgm:cxn modelId="{68A4979D-8B01-46DC-BD40-8ABED2E4C4DB}" type="presParOf" srcId="{E8834D80-FEC9-4229-A334-7FC08446658E}" destId="{55BAD057-ADB0-42D4-9791-D58D8DBBDF0F}" srcOrd="4" destOrd="0" presId="urn:microsoft.com/office/officeart/2018/2/layout/IconLabelDescriptionList"/>
    <dgm:cxn modelId="{82D75F00-F2AC-47BB-966C-EB027C40D75D}" type="presParOf" srcId="{65DDBC78-447E-42BC-9332-2C3B646395B4}" destId="{1AE7DC5B-0D60-4A5A-882F-365CA041884F}" srcOrd="1" destOrd="0" presId="urn:microsoft.com/office/officeart/2018/2/layout/IconLabelDescriptionList"/>
    <dgm:cxn modelId="{66FD1A5D-6B5B-4AA0-8FE9-F7246752E586}" type="presParOf" srcId="{65DDBC78-447E-42BC-9332-2C3B646395B4}" destId="{963BF3B4-43EB-4EC7-8F32-4417521FEA05}" srcOrd="2" destOrd="0" presId="urn:microsoft.com/office/officeart/2018/2/layout/IconLabelDescriptionList"/>
    <dgm:cxn modelId="{E23A6CDF-987B-4FC2-9458-918A6EC06B24}" type="presParOf" srcId="{963BF3B4-43EB-4EC7-8F32-4417521FEA05}" destId="{EE21D254-AEC4-41B1-8696-7793E487F84E}" srcOrd="0" destOrd="0" presId="urn:microsoft.com/office/officeart/2018/2/layout/IconLabelDescriptionList"/>
    <dgm:cxn modelId="{F4B8155E-C074-47F6-91A9-DDE7033D68EB}" type="presParOf" srcId="{963BF3B4-43EB-4EC7-8F32-4417521FEA05}" destId="{F1EF4455-0ADC-42DC-BA32-8FE295F0EF7D}" srcOrd="1" destOrd="0" presId="urn:microsoft.com/office/officeart/2018/2/layout/IconLabelDescriptionList"/>
    <dgm:cxn modelId="{F3774EAE-4BE4-4C43-B70B-6C5D25DD2518}" type="presParOf" srcId="{963BF3B4-43EB-4EC7-8F32-4417521FEA05}" destId="{76FBD85A-604D-4DDF-ACD4-E9878667D2FB}" srcOrd="2" destOrd="0" presId="urn:microsoft.com/office/officeart/2018/2/layout/IconLabelDescriptionList"/>
    <dgm:cxn modelId="{C2A4DF42-DC34-478D-AF87-2B0D0C7A6C8F}" type="presParOf" srcId="{963BF3B4-43EB-4EC7-8F32-4417521FEA05}" destId="{C3934370-63C1-4A7E-B540-FE3D70BBAC14}" srcOrd="3" destOrd="0" presId="urn:microsoft.com/office/officeart/2018/2/layout/IconLabelDescriptionList"/>
    <dgm:cxn modelId="{C62E71BA-064B-4E62-9667-C039BC1BDB5A}" type="presParOf" srcId="{963BF3B4-43EB-4EC7-8F32-4417521FEA05}" destId="{2F8B926F-30EE-4701-8AD6-EA52CE58D729}" srcOrd="4" destOrd="0" presId="urn:microsoft.com/office/officeart/2018/2/layout/IconLabelDescriptionList"/>
    <dgm:cxn modelId="{4FBD0AB3-2277-4A2C-BE53-40D6F01B03B8}" type="presParOf" srcId="{65DDBC78-447E-42BC-9332-2C3B646395B4}" destId="{8F86EF5F-95D1-4C78-984B-FE79017AB065}" srcOrd="3" destOrd="0" presId="urn:microsoft.com/office/officeart/2018/2/layout/IconLabelDescriptionList"/>
    <dgm:cxn modelId="{ADCC40EF-1FC1-49D8-9BE9-183A85615D79}" type="presParOf" srcId="{65DDBC78-447E-42BC-9332-2C3B646395B4}" destId="{0E9A5478-F7E7-4B3B-A240-64301F8A015F}" srcOrd="4" destOrd="0" presId="urn:microsoft.com/office/officeart/2018/2/layout/IconLabelDescriptionList"/>
    <dgm:cxn modelId="{725C2682-2D83-4C24-B6F0-58226A1B5530}" type="presParOf" srcId="{0E9A5478-F7E7-4B3B-A240-64301F8A015F}" destId="{8C52CD04-2718-4507-83CB-4FCC25DE7F4B}" srcOrd="0" destOrd="0" presId="urn:microsoft.com/office/officeart/2018/2/layout/IconLabelDescriptionList"/>
    <dgm:cxn modelId="{CAC1BB8F-592C-44CB-B664-DD97FAE85EE4}" type="presParOf" srcId="{0E9A5478-F7E7-4B3B-A240-64301F8A015F}" destId="{F6A77BDB-AB7E-4C8E-A430-D014C49AB4F4}" srcOrd="1" destOrd="0" presId="urn:microsoft.com/office/officeart/2018/2/layout/IconLabelDescriptionList"/>
    <dgm:cxn modelId="{A48B42F4-6643-4927-911E-ACD781B69732}" type="presParOf" srcId="{0E9A5478-F7E7-4B3B-A240-64301F8A015F}" destId="{968A8061-C51E-499B-9341-9A13362D833A}" srcOrd="2" destOrd="0" presId="urn:microsoft.com/office/officeart/2018/2/layout/IconLabelDescriptionList"/>
    <dgm:cxn modelId="{F106B0AD-D49C-4162-8401-4A7CC61397C9}" type="presParOf" srcId="{0E9A5478-F7E7-4B3B-A240-64301F8A015F}" destId="{268A4BD5-A556-44BE-9341-2E0171A4C6D2}" srcOrd="3" destOrd="0" presId="urn:microsoft.com/office/officeart/2018/2/layout/IconLabelDescriptionList"/>
    <dgm:cxn modelId="{033C3EDA-FACC-4D07-B3AE-5036FCD73A51}" type="presParOf" srcId="{0E9A5478-F7E7-4B3B-A240-64301F8A015F}" destId="{634E24CC-A532-4D92-BE24-35D874073CE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B8D596-265F-48CB-BEDA-48D8A28413C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DE081B4-ECF6-4646-90AF-5F7CFE3BFD7F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b="0" i="0" dirty="0">
              <a:effectLst/>
              <a:latin typeface="Bitter"/>
            </a:rPr>
            <a:t>Komplexität der Umsetzung</a:t>
          </a:r>
          <a:endParaRPr lang="en-US" dirty="0"/>
        </a:p>
      </dgm:t>
    </dgm:pt>
    <dgm:pt modelId="{F4B6DF94-6213-4477-A647-454CD1135D06}" type="parTrans" cxnId="{2B34C2F2-6C8B-4A84-8166-6FD2D96CAB8D}">
      <dgm:prSet/>
      <dgm:spPr/>
      <dgm:t>
        <a:bodyPr/>
        <a:lstStyle/>
        <a:p>
          <a:endParaRPr lang="en-US"/>
        </a:p>
      </dgm:t>
    </dgm:pt>
    <dgm:pt modelId="{3709F189-A4AE-4A10-BF3B-0A9079F247DD}" type="sibTrans" cxnId="{2B34C2F2-6C8B-4A84-8166-6FD2D96CAB8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BD19D3A-A6F7-40B8-A1FF-36BD4A00FB30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dirty="0">
              <a:latin typeface="Bitter"/>
            </a:rPr>
            <a:t>Mangelnde Interoperabilität zwischen Anbietern und Lösungen</a:t>
          </a:r>
          <a:endParaRPr lang="en-US" dirty="0">
            <a:latin typeface="Bitter"/>
          </a:endParaRPr>
        </a:p>
      </dgm:t>
    </dgm:pt>
    <dgm:pt modelId="{C910924E-6ECC-4191-927B-3AD878ECB40C}" type="parTrans" cxnId="{814F8143-4C67-4FB2-87AF-81B0152476BF}">
      <dgm:prSet/>
      <dgm:spPr/>
      <dgm:t>
        <a:bodyPr/>
        <a:lstStyle/>
        <a:p>
          <a:endParaRPr lang="en-US"/>
        </a:p>
      </dgm:t>
    </dgm:pt>
    <dgm:pt modelId="{C3C8B7CB-59F3-402E-962C-46B9662CC0B4}" type="sibTrans" cxnId="{814F8143-4C67-4FB2-87AF-81B0152476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F14689D-9901-4E52-A934-69CF7EAC6FE2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dirty="0">
              <a:latin typeface="Bitter"/>
            </a:rPr>
            <a:t>Keine bessere Authentifizierung als bei bestehenden Systemen</a:t>
          </a:r>
        </a:p>
        <a:p>
          <a:r>
            <a:rPr lang="de-CH" dirty="0">
              <a:latin typeface="Bitter"/>
            </a:rPr>
            <a:t>Korrekte Umsetzung durch jeden Issuer erforderlich</a:t>
          </a:r>
        </a:p>
        <a:p>
          <a:r>
            <a:rPr lang="de-CH" dirty="0">
              <a:latin typeface="Bitter"/>
            </a:rPr>
            <a:t>Die Vertrauensqualität des Issuers hängt davon ab</a:t>
          </a:r>
        </a:p>
        <a:p>
          <a:r>
            <a:rPr lang="de-CH" dirty="0">
              <a:latin typeface="Bitter"/>
            </a:rPr>
            <a:t>Wahrscheinlich auch für jeden </a:t>
          </a:r>
          <a:r>
            <a:rPr lang="de-CH" dirty="0" err="1">
              <a:latin typeface="Bitter"/>
            </a:rPr>
            <a:t>Verifier</a:t>
          </a:r>
          <a:r>
            <a:rPr lang="de-CH" dirty="0">
              <a:latin typeface="Bitter"/>
            </a:rPr>
            <a:t> erforderlich</a:t>
          </a:r>
          <a:endParaRPr lang="en-US" dirty="0">
            <a:latin typeface="Bitter"/>
          </a:endParaRPr>
        </a:p>
      </dgm:t>
    </dgm:pt>
    <dgm:pt modelId="{18D07DB3-C923-4BE7-B83A-77E817AF3046}" type="parTrans" cxnId="{71F77590-E509-44AF-841A-2BDEEAED7F01}">
      <dgm:prSet/>
      <dgm:spPr/>
      <dgm:t>
        <a:bodyPr/>
        <a:lstStyle/>
        <a:p>
          <a:endParaRPr lang="en-US"/>
        </a:p>
      </dgm:t>
    </dgm:pt>
    <dgm:pt modelId="{4890CA6C-5473-437C-927D-F1A10BBBC5DA}" type="sibTrans" cxnId="{71F77590-E509-44AF-841A-2BDEEAED7F0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8002BA-C7E7-46EA-B71E-4A7461F6F240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b="0" i="0" dirty="0">
              <a:effectLst/>
              <a:latin typeface="Bitter"/>
            </a:rPr>
            <a:t>Aufgrund von Kosten, gesetzlichen Vorgaben oder Gebühren werden </a:t>
          </a:r>
          <a:r>
            <a:rPr lang="de-CH" b="0" i="0" dirty="0" err="1">
              <a:effectLst/>
              <a:latin typeface="Bitter"/>
            </a:rPr>
            <a:t>Verifier</a:t>
          </a:r>
          <a:r>
            <a:rPr lang="de-CH" b="0" i="0" dirty="0">
              <a:effectLst/>
              <a:latin typeface="Bitter"/>
            </a:rPr>
            <a:t> die </a:t>
          </a:r>
          <a:r>
            <a:rPr lang="de-CH" b="0" i="0" dirty="0" err="1">
              <a:effectLst/>
              <a:latin typeface="Bitter"/>
            </a:rPr>
            <a:t>Credentials</a:t>
          </a:r>
          <a:r>
            <a:rPr lang="de-CH" b="0" i="0" dirty="0">
              <a:effectLst/>
              <a:latin typeface="Bitter"/>
            </a:rPr>
            <a:t> wahrscheinlich dennoch kopieren und zentrale PII-Datenbanken aufbauen.</a:t>
          </a:r>
          <a:endParaRPr lang="en-US" b="0" i="0" dirty="0">
            <a:effectLst/>
            <a:latin typeface="Bitter"/>
          </a:endParaRPr>
        </a:p>
      </dgm:t>
    </dgm:pt>
    <dgm:pt modelId="{48C5247F-10BB-487D-B05A-77938FBB106F}" type="parTrans" cxnId="{CCB8FAEA-9EA3-4266-B2BA-91CAEBF854E0}">
      <dgm:prSet/>
      <dgm:spPr/>
      <dgm:t>
        <a:bodyPr/>
        <a:lstStyle/>
        <a:p>
          <a:endParaRPr lang="en-US"/>
        </a:p>
      </dgm:t>
    </dgm:pt>
    <dgm:pt modelId="{00089BC5-6B22-4BFA-B190-53A95293632D}" type="sibTrans" cxnId="{CCB8FAEA-9EA3-4266-B2BA-91CAEBF854E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7A383B6-C887-413D-BD7A-3FC3E3B6C334}">
      <dgm:prSet/>
      <dgm:spPr/>
      <dgm:t>
        <a:bodyPr/>
        <a:lstStyle/>
        <a:p>
          <a:pPr>
            <a:lnSpc>
              <a:spcPct val="100000"/>
            </a:lnSpc>
          </a:pPr>
          <a:r>
            <a:rPr lang="de-CH" b="0" i="0" dirty="0"/>
            <a:t>Zugriff auf Wallets: Wie erfolgt die Authentifizierung?</a:t>
          </a:r>
        </a:p>
        <a:p>
          <a:pPr>
            <a:lnSpc>
              <a:spcPct val="100000"/>
            </a:lnSpc>
            <a:buNone/>
          </a:pPr>
          <a:endParaRPr lang="de-CH" dirty="0"/>
        </a:p>
      </dgm:t>
    </dgm:pt>
    <dgm:pt modelId="{6F49F15A-E45A-4928-A79E-ADF9959D8794}" type="parTrans" cxnId="{31DDB52E-671F-45C6-BE9B-2695B446EFFC}">
      <dgm:prSet/>
      <dgm:spPr/>
      <dgm:t>
        <a:bodyPr/>
        <a:lstStyle/>
        <a:p>
          <a:endParaRPr lang="en-US"/>
        </a:p>
      </dgm:t>
    </dgm:pt>
    <dgm:pt modelId="{EFA0CC9C-8B91-46C5-83E3-DF4BDB566604}" type="sibTrans" cxnId="{31DDB52E-671F-45C6-BE9B-2695B446EFF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25FC1FC-2611-46FF-8F2B-88ADCCB276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>
              <a:effectLst/>
              <a:latin typeface="Bitter"/>
            </a:rPr>
            <a:t>Chain of Trust: </a:t>
          </a:r>
          <a:r>
            <a:rPr lang="de-CH" b="0" i="0" dirty="0">
              <a:effectLst/>
              <a:latin typeface="Bitter"/>
            </a:rPr>
            <a:t>Wiederherstellung nach Sicherheitsvorfällen</a:t>
          </a:r>
          <a:endParaRPr lang="en-US" b="0" i="0" dirty="0">
            <a:effectLst/>
            <a:latin typeface="Bitter"/>
          </a:endParaRPr>
        </a:p>
      </dgm:t>
    </dgm:pt>
    <dgm:pt modelId="{93A148CF-BFA2-4C69-9FA6-D7AE0CC811FB}" type="parTrans" cxnId="{3A7AB8B8-50DD-4E21-B921-269DE3C4B9D4}">
      <dgm:prSet/>
      <dgm:spPr/>
      <dgm:t>
        <a:bodyPr/>
        <a:lstStyle/>
        <a:p>
          <a:endParaRPr lang="de-CH"/>
        </a:p>
      </dgm:t>
    </dgm:pt>
    <dgm:pt modelId="{B4FFDAAB-6139-43EC-922C-D0A5459540F8}" type="sibTrans" cxnId="{3A7AB8B8-50DD-4E21-B921-269DE3C4B9D4}">
      <dgm:prSet/>
      <dgm:spPr/>
      <dgm:t>
        <a:bodyPr/>
        <a:lstStyle/>
        <a:p>
          <a:pPr>
            <a:lnSpc>
              <a:spcPct val="100000"/>
            </a:lnSpc>
          </a:pPr>
          <a:endParaRPr lang="de-CH"/>
        </a:p>
      </dgm:t>
    </dgm:pt>
    <dgm:pt modelId="{B40A617B-C13A-4B7F-8494-650B1D0BA98A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de-CH" b="0" i="0" dirty="0"/>
            <a:t>Erfordert ein Smartphone</a:t>
          </a:r>
        </a:p>
      </dgm:t>
    </dgm:pt>
    <dgm:pt modelId="{1D91341A-EE69-4524-9B60-691E4BE0F21C}" type="parTrans" cxnId="{00AE4B57-C8F6-4DB4-A0C7-4A1CFE7D0437}">
      <dgm:prSet/>
      <dgm:spPr/>
      <dgm:t>
        <a:bodyPr/>
        <a:lstStyle/>
        <a:p>
          <a:endParaRPr lang="de-CH"/>
        </a:p>
      </dgm:t>
    </dgm:pt>
    <dgm:pt modelId="{683DF4E9-9C61-41E1-98FD-4D591A97DDFC}" type="sibTrans" cxnId="{00AE4B57-C8F6-4DB4-A0C7-4A1CFE7D0437}">
      <dgm:prSet/>
      <dgm:spPr/>
      <dgm:t>
        <a:bodyPr/>
        <a:lstStyle/>
        <a:p>
          <a:endParaRPr lang="de-CH"/>
        </a:p>
      </dgm:t>
    </dgm:pt>
    <dgm:pt modelId="{5DB3635C-E75D-47AB-8E1A-F5DE5F527DF1}" type="pres">
      <dgm:prSet presAssocID="{3AB8D596-265F-48CB-BEDA-48D8A28413C6}" presName="root" presStyleCnt="0">
        <dgm:presLayoutVars>
          <dgm:dir/>
          <dgm:resizeHandles val="exact"/>
        </dgm:presLayoutVars>
      </dgm:prSet>
      <dgm:spPr/>
    </dgm:pt>
    <dgm:pt modelId="{D8A145F1-EEDA-4AE7-9553-E4CFC95DFB6F}" type="pres">
      <dgm:prSet presAssocID="{3AB8D596-265F-48CB-BEDA-48D8A28413C6}" presName="container" presStyleCnt="0">
        <dgm:presLayoutVars>
          <dgm:dir/>
          <dgm:resizeHandles val="exact"/>
        </dgm:presLayoutVars>
      </dgm:prSet>
      <dgm:spPr/>
    </dgm:pt>
    <dgm:pt modelId="{3ACE3EB3-0C7F-499C-B327-AEBB03D1B1A8}" type="pres">
      <dgm:prSet presAssocID="{9DE081B4-ECF6-4646-90AF-5F7CFE3BFD7F}" presName="compNode" presStyleCnt="0"/>
      <dgm:spPr/>
    </dgm:pt>
    <dgm:pt modelId="{F5A04DA6-D783-4DD5-8C08-09CAE6342B7C}" type="pres">
      <dgm:prSet presAssocID="{9DE081B4-ECF6-4646-90AF-5F7CFE3BFD7F}" presName="iconBgRect" presStyleLbl="bgShp" presStyleIdx="0" presStyleCnt="7"/>
      <dgm:spPr/>
    </dgm:pt>
    <dgm:pt modelId="{619A4393-14EC-4E49-94FF-B092D602A218}" type="pres">
      <dgm:prSet presAssocID="{9DE081B4-ECF6-4646-90AF-5F7CFE3BFD7F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27C8A81-CB1B-46E0-8ACC-4CED6D6DBB7A}" type="pres">
      <dgm:prSet presAssocID="{9DE081B4-ECF6-4646-90AF-5F7CFE3BFD7F}" presName="spaceRect" presStyleCnt="0"/>
      <dgm:spPr/>
    </dgm:pt>
    <dgm:pt modelId="{56BDBD1D-4F55-4B50-8DE0-A829E91B5BC5}" type="pres">
      <dgm:prSet presAssocID="{9DE081B4-ECF6-4646-90AF-5F7CFE3BFD7F}" presName="textRect" presStyleLbl="revTx" presStyleIdx="0" presStyleCnt="7">
        <dgm:presLayoutVars>
          <dgm:chMax val="1"/>
          <dgm:chPref val="1"/>
        </dgm:presLayoutVars>
      </dgm:prSet>
      <dgm:spPr/>
    </dgm:pt>
    <dgm:pt modelId="{C03284A5-8AEE-4A38-A1F8-75C6A2362FDE}" type="pres">
      <dgm:prSet presAssocID="{3709F189-A4AE-4A10-BF3B-0A9079F247DD}" presName="sibTrans" presStyleLbl="sibTrans2D1" presStyleIdx="0" presStyleCnt="0"/>
      <dgm:spPr/>
    </dgm:pt>
    <dgm:pt modelId="{74D0727D-7621-40BF-86DF-AF291F462129}" type="pres">
      <dgm:prSet presAssocID="{8BD19D3A-A6F7-40B8-A1FF-36BD4A00FB30}" presName="compNode" presStyleCnt="0"/>
      <dgm:spPr/>
    </dgm:pt>
    <dgm:pt modelId="{0A2B3F00-74D4-441F-A6A1-B4CBA6BAB057}" type="pres">
      <dgm:prSet presAssocID="{8BD19D3A-A6F7-40B8-A1FF-36BD4A00FB30}" presName="iconBgRect" presStyleLbl="bgShp" presStyleIdx="1" presStyleCnt="7"/>
      <dgm:spPr/>
    </dgm:pt>
    <dgm:pt modelId="{0CF95CE2-E4F9-454E-9341-AF5B76DA34B8}" type="pres">
      <dgm:prSet presAssocID="{8BD19D3A-A6F7-40B8-A1FF-36BD4A00FB30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7C96CD84-04EF-4467-87F8-4B272FEDD530}" type="pres">
      <dgm:prSet presAssocID="{8BD19D3A-A6F7-40B8-A1FF-36BD4A00FB30}" presName="spaceRect" presStyleCnt="0"/>
      <dgm:spPr/>
    </dgm:pt>
    <dgm:pt modelId="{BB377988-3A79-44ED-831D-75533A1744B5}" type="pres">
      <dgm:prSet presAssocID="{8BD19D3A-A6F7-40B8-A1FF-36BD4A00FB30}" presName="textRect" presStyleLbl="revTx" presStyleIdx="1" presStyleCnt="7">
        <dgm:presLayoutVars>
          <dgm:chMax val="1"/>
          <dgm:chPref val="1"/>
        </dgm:presLayoutVars>
      </dgm:prSet>
      <dgm:spPr/>
    </dgm:pt>
    <dgm:pt modelId="{0609D433-ED70-4B26-AC22-792794ADEB05}" type="pres">
      <dgm:prSet presAssocID="{C3C8B7CB-59F3-402E-962C-46B9662CC0B4}" presName="sibTrans" presStyleLbl="sibTrans2D1" presStyleIdx="0" presStyleCnt="0"/>
      <dgm:spPr/>
    </dgm:pt>
    <dgm:pt modelId="{765F9CBF-C8C4-4252-88FE-127EB092A59D}" type="pres">
      <dgm:prSet presAssocID="{7F14689D-9901-4E52-A934-69CF7EAC6FE2}" presName="compNode" presStyleCnt="0"/>
      <dgm:spPr/>
    </dgm:pt>
    <dgm:pt modelId="{E1899C8E-8CDD-4D95-B646-7FFD76D63DC5}" type="pres">
      <dgm:prSet presAssocID="{7F14689D-9901-4E52-A934-69CF7EAC6FE2}" presName="iconBgRect" presStyleLbl="bgShp" presStyleIdx="2" presStyleCnt="7"/>
      <dgm:spPr/>
    </dgm:pt>
    <dgm:pt modelId="{1E231459-0274-40DA-B8D8-3CE4DE21547A}" type="pres">
      <dgm:prSet presAssocID="{7F14689D-9901-4E52-A934-69CF7EAC6FE2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8885D461-57B7-4418-8EFA-15F691C1D4CB}" type="pres">
      <dgm:prSet presAssocID="{7F14689D-9901-4E52-A934-69CF7EAC6FE2}" presName="spaceRect" presStyleCnt="0"/>
      <dgm:spPr/>
    </dgm:pt>
    <dgm:pt modelId="{A4FF10DE-CA2C-4AEA-B4DE-5985EE9014C0}" type="pres">
      <dgm:prSet presAssocID="{7F14689D-9901-4E52-A934-69CF7EAC6FE2}" presName="textRect" presStyleLbl="revTx" presStyleIdx="2" presStyleCnt="7">
        <dgm:presLayoutVars>
          <dgm:chMax val="1"/>
          <dgm:chPref val="1"/>
        </dgm:presLayoutVars>
      </dgm:prSet>
      <dgm:spPr/>
    </dgm:pt>
    <dgm:pt modelId="{9DD5001D-A067-4542-94A9-AC3ABDA6424D}" type="pres">
      <dgm:prSet presAssocID="{4890CA6C-5473-437C-927D-F1A10BBBC5DA}" presName="sibTrans" presStyleLbl="sibTrans2D1" presStyleIdx="0" presStyleCnt="0"/>
      <dgm:spPr/>
    </dgm:pt>
    <dgm:pt modelId="{7B861C24-8A79-4506-BD24-81A87A07FBD3}" type="pres">
      <dgm:prSet presAssocID="{A98002BA-C7E7-46EA-B71E-4A7461F6F240}" presName="compNode" presStyleCnt="0"/>
      <dgm:spPr/>
    </dgm:pt>
    <dgm:pt modelId="{73F8EDA3-BB95-4599-B877-1A4AA24E9754}" type="pres">
      <dgm:prSet presAssocID="{A98002BA-C7E7-46EA-B71E-4A7461F6F240}" presName="iconBgRect" presStyleLbl="bgShp" presStyleIdx="3" presStyleCnt="7"/>
      <dgm:spPr/>
    </dgm:pt>
    <dgm:pt modelId="{18852E5E-7EBB-4833-9EEA-CE2414DA48A2}" type="pres">
      <dgm:prSet presAssocID="{A98002BA-C7E7-46EA-B71E-4A7461F6F240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92BFE56-B5B2-4C03-B378-8F63F08F425F}" type="pres">
      <dgm:prSet presAssocID="{A98002BA-C7E7-46EA-B71E-4A7461F6F240}" presName="spaceRect" presStyleCnt="0"/>
      <dgm:spPr/>
    </dgm:pt>
    <dgm:pt modelId="{75BB7717-CA6B-4CB7-845F-63991D5A7159}" type="pres">
      <dgm:prSet presAssocID="{A98002BA-C7E7-46EA-B71E-4A7461F6F240}" presName="textRect" presStyleLbl="revTx" presStyleIdx="3" presStyleCnt="7">
        <dgm:presLayoutVars>
          <dgm:chMax val="1"/>
          <dgm:chPref val="1"/>
        </dgm:presLayoutVars>
      </dgm:prSet>
      <dgm:spPr/>
    </dgm:pt>
    <dgm:pt modelId="{134617DE-81EF-4AB2-82C6-B36F8D67259F}" type="pres">
      <dgm:prSet presAssocID="{00089BC5-6B22-4BFA-B190-53A95293632D}" presName="sibTrans" presStyleLbl="sibTrans2D1" presStyleIdx="0" presStyleCnt="0"/>
      <dgm:spPr/>
    </dgm:pt>
    <dgm:pt modelId="{D51A5424-4B3D-468F-B153-09CFA1448172}" type="pres">
      <dgm:prSet presAssocID="{425FC1FC-2611-46FF-8F2B-88ADCCB27696}" presName="compNode" presStyleCnt="0"/>
      <dgm:spPr/>
    </dgm:pt>
    <dgm:pt modelId="{9B1517E0-CA82-4690-8D7B-0170D11A5283}" type="pres">
      <dgm:prSet presAssocID="{425FC1FC-2611-46FF-8F2B-88ADCCB27696}" presName="iconBgRect" presStyleLbl="bgShp" presStyleIdx="4" presStyleCnt="7"/>
      <dgm:spPr/>
    </dgm:pt>
    <dgm:pt modelId="{734419AA-D563-432A-B8A1-521375B15A8C}" type="pres">
      <dgm:prSet presAssocID="{425FC1FC-2611-46FF-8F2B-88ADCCB27696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2B24C883-C837-4188-98DC-EA7E8E779145}" type="pres">
      <dgm:prSet presAssocID="{425FC1FC-2611-46FF-8F2B-88ADCCB27696}" presName="spaceRect" presStyleCnt="0"/>
      <dgm:spPr/>
    </dgm:pt>
    <dgm:pt modelId="{F28B46D8-F014-416F-8162-1EEBF6A1F25E}" type="pres">
      <dgm:prSet presAssocID="{425FC1FC-2611-46FF-8F2B-88ADCCB27696}" presName="textRect" presStyleLbl="revTx" presStyleIdx="4" presStyleCnt="7">
        <dgm:presLayoutVars>
          <dgm:chMax val="1"/>
          <dgm:chPref val="1"/>
        </dgm:presLayoutVars>
      </dgm:prSet>
      <dgm:spPr/>
    </dgm:pt>
    <dgm:pt modelId="{9C88DFC1-61DE-401E-A627-DEC3AABF4C5E}" type="pres">
      <dgm:prSet presAssocID="{B4FFDAAB-6139-43EC-922C-D0A5459540F8}" presName="sibTrans" presStyleLbl="sibTrans2D1" presStyleIdx="0" presStyleCnt="0"/>
      <dgm:spPr/>
    </dgm:pt>
    <dgm:pt modelId="{B5C2A1F5-9FC3-40A0-B3F4-820B0B691D06}" type="pres">
      <dgm:prSet presAssocID="{27A383B6-C887-413D-BD7A-3FC3E3B6C334}" presName="compNode" presStyleCnt="0"/>
      <dgm:spPr/>
    </dgm:pt>
    <dgm:pt modelId="{C818D84B-C4CD-466D-B422-CF8AEB724DD4}" type="pres">
      <dgm:prSet presAssocID="{27A383B6-C887-413D-BD7A-3FC3E3B6C334}" presName="iconBgRect" presStyleLbl="bgShp" presStyleIdx="5" presStyleCnt="7"/>
      <dgm:spPr/>
    </dgm:pt>
    <dgm:pt modelId="{B7F69671-A8DE-436D-B94C-35FB80C5D76C}" type="pres">
      <dgm:prSet presAssocID="{27A383B6-C887-413D-BD7A-3FC3E3B6C334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CDA9882-133A-4BB3-9F97-889AC6E12212}" type="pres">
      <dgm:prSet presAssocID="{27A383B6-C887-413D-BD7A-3FC3E3B6C334}" presName="spaceRect" presStyleCnt="0"/>
      <dgm:spPr/>
    </dgm:pt>
    <dgm:pt modelId="{83CEDD37-E96E-42A7-9DDF-B8FC7E9CAF22}" type="pres">
      <dgm:prSet presAssocID="{27A383B6-C887-413D-BD7A-3FC3E3B6C334}" presName="textRect" presStyleLbl="revTx" presStyleIdx="5" presStyleCnt="7">
        <dgm:presLayoutVars>
          <dgm:chMax val="1"/>
          <dgm:chPref val="1"/>
        </dgm:presLayoutVars>
      </dgm:prSet>
      <dgm:spPr/>
    </dgm:pt>
    <dgm:pt modelId="{4C9D0C3A-872E-44AA-A97B-6B4D99FC4F16}" type="pres">
      <dgm:prSet presAssocID="{EFA0CC9C-8B91-46C5-83E3-DF4BDB566604}" presName="sibTrans" presStyleLbl="sibTrans2D1" presStyleIdx="0" presStyleCnt="0"/>
      <dgm:spPr/>
    </dgm:pt>
    <dgm:pt modelId="{075E2D75-9D97-4BEB-86C9-621EE16EE265}" type="pres">
      <dgm:prSet presAssocID="{B40A617B-C13A-4B7F-8494-650B1D0BA98A}" presName="compNode" presStyleCnt="0"/>
      <dgm:spPr/>
    </dgm:pt>
    <dgm:pt modelId="{07464CE9-C4F8-4371-AAA6-027B64BF24DF}" type="pres">
      <dgm:prSet presAssocID="{B40A617B-C13A-4B7F-8494-650B1D0BA98A}" presName="iconBgRect" presStyleLbl="bgShp" presStyleIdx="6" presStyleCnt="7"/>
      <dgm:spPr/>
    </dgm:pt>
    <dgm:pt modelId="{8110F38A-F055-472A-806B-37791938DB92}" type="pres">
      <dgm:prSet presAssocID="{B40A617B-C13A-4B7F-8494-650B1D0BA98A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6A56D96B-BE01-403E-8B27-DCDAD9885DF9}" type="pres">
      <dgm:prSet presAssocID="{B40A617B-C13A-4B7F-8494-650B1D0BA98A}" presName="spaceRect" presStyleCnt="0"/>
      <dgm:spPr/>
    </dgm:pt>
    <dgm:pt modelId="{B12AF672-4A3F-47DE-A5BB-C30F235CCBBF}" type="pres">
      <dgm:prSet presAssocID="{B40A617B-C13A-4B7F-8494-650B1D0BA98A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7ED5E42D-488E-41DF-8886-1D11E6BE4B46}" type="presOf" srcId="{7F14689D-9901-4E52-A934-69CF7EAC6FE2}" destId="{A4FF10DE-CA2C-4AEA-B4DE-5985EE9014C0}" srcOrd="0" destOrd="0" presId="urn:microsoft.com/office/officeart/2018/2/layout/IconCircleList"/>
    <dgm:cxn modelId="{31DDB52E-671F-45C6-BE9B-2695B446EFFC}" srcId="{3AB8D596-265F-48CB-BEDA-48D8A28413C6}" destId="{27A383B6-C887-413D-BD7A-3FC3E3B6C334}" srcOrd="5" destOrd="0" parTransId="{6F49F15A-E45A-4928-A79E-ADF9959D8794}" sibTransId="{EFA0CC9C-8B91-46C5-83E3-DF4BDB566604}"/>
    <dgm:cxn modelId="{6B9ED53B-3949-42B8-B6EF-071A5DCD9505}" type="presOf" srcId="{B4FFDAAB-6139-43EC-922C-D0A5459540F8}" destId="{9C88DFC1-61DE-401E-A627-DEC3AABF4C5E}" srcOrd="0" destOrd="0" presId="urn:microsoft.com/office/officeart/2018/2/layout/IconCircleList"/>
    <dgm:cxn modelId="{59B8E95E-86CC-4BE6-9441-D90B043DD32A}" type="presOf" srcId="{8BD19D3A-A6F7-40B8-A1FF-36BD4A00FB30}" destId="{BB377988-3A79-44ED-831D-75533A1744B5}" srcOrd="0" destOrd="0" presId="urn:microsoft.com/office/officeart/2018/2/layout/IconCircleList"/>
    <dgm:cxn modelId="{814F8143-4C67-4FB2-87AF-81B0152476BF}" srcId="{3AB8D596-265F-48CB-BEDA-48D8A28413C6}" destId="{8BD19D3A-A6F7-40B8-A1FF-36BD4A00FB30}" srcOrd="1" destOrd="0" parTransId="{C910924E-6ECC-4191-927B-3AD878ECB40C}" sibTransId="{C3C8B7CB-59F3-402E-962C-46B9662CC0B4}"/>
    <dgm:cxn modelId="{7F20D663-56F2-4408-AAE0-AF6E0E2B3E07}" type="presOf" srcId="{9DE081B4-ECF6-4646-90AF-5F7CFE3BFD7F}" destId="{56BDBD1D-4F55-4B50-8DE0-A829E91B5BC5}" srcOrd="0" destOrd="0" presId="urn:microsoft.com/office/officeart/2018/2/layout/IconCircleList"/>
    <dgm:cxn modelId="{92A3374E-56D4-4DAE-95E5-1531B40A2969}" type="presOf" srcId="{27A383B6-C887-413D-BD7A-3FC3E3B6C334}" destId="{83CEDD37-E96E-42A7-9DDF-B8FC7E9CAF22}" srcOrd="0" destOrd="0" presId="urn:microsoft.com/office/officeart/2018/2/layout/IconCircleList"/>
    <dgm:cxn modelId="{00AE4B57-C8F6-4DB4-A0C7-4A1CFE7D0437}" srcId="{3AB8D596-265F-48CB-BEDA-48D8A28413C6}" destId="{B40A617B-C13A-4B7F-8494-650B1D0BA98A}" srcOrd="6" destOrd="0" parTransId="{1D91341A-EE69-4524-9B60-691E4BE0F21C}" sibTransId="{683DF4E9-9C61-41E1-98FD-4D591A97DDFC}"/>
    <dgm:cxn modelId="{18FF3C83-7DC6-4590-BB25-A051EF7B304B}" type="presOf" srcId="{B40A617B-C13A-4B7F-8494-650B1D0BA98A}" destId="{B12AF672-4A3F-47DE-A5BB-C30F235CCBBF}" srcOrd="0" destOrd="0" presId="urn:microsoft.com/office/officeart/2018/2/layout/IconCircleList"/>
    <dgm:cxn modelId="{8F14B285-26BF-4CB0-8E3C-47FA6689FC75}" type="presOf" srcId="{425FC1FC-2611-46FF-8F2B-88ADCCB27696}" destId="{F28B46D8-F014-416F-8162-1EEBF6A1F25E}" srcOrd="0" destOrd="0" presId="urn:microsoft.com/office/officeart/2018/2/layout/IconCircleList"/>
    <dgm:cxn modelId="{71F77590-E509-44AF-841A-2BDEEAED7F01}" srcId="{3AB8D596-265F-48CB-BEDA-48D8A28413C6}" destId="{7F14689D-9901-4E52-A934-69CF7EAC6FE2}" srcOrd="2" destOrd="0" parTransId="{18D07DB3-C923-4BE7-B83A-77E817AF3046}" sibTransId="{4890CA6C-5473-437C-927D-F1A10BBBC5DA}"/>
    <dgm:cxn modelId="{3A7AB8B8-50DD-4E21-B921-269DE3C4B9D4}" srcId="{3AB8D596-265F-48CB-BEDA-48D8A28413C6}" destId="{425FC1FC-2611-46FF-8F2B-88ADCCB27696}" srcOrd="4" destOrd="0" parTransId="{93A148CF-BFA2-4C69-9FA6-D7AE0CC811FB}" sibTransId="{B4FFDAAB-6139-43EC-922C-D0A5459540F8}"/>
    <dgm:cxn modelId="{F5EC99BF-64C9-48CF-86DB-CC9275945EAA}" type="presOf" srcId="{3709F189-A4AE-4A10-BF3B-0A9079F247DD}" destId="{C03284A5-8AEE-4A38-A1F8-75C6A2362FDE}" srcOrd="0" destOrd="0" presId="urn:microsoft.com/office/officeart/2018/2/layout/IconCircleList"/>
    <dgm:cxn modelId="{A467CCC0-01AB-4B0E-AAD2-D47763768768}" type="presOf" srcId="{4890CA6C-5473-437C-927D-F1A10BBBC5DA}" destId="{9DD5001D-A067-4542-94A9-AC3ABDA6424D}" srcOrd="0" destOrd="0" presId="urn:microsoft.com/office/officeart/2018/2/layout/IconCircleList"/>
    <dgm:cxn modelId="{EE4EEBCA-EFAB-4067-8101-83C91C60603C}" type="presOf" srcId="{EFA0CC9C-8B91-46C5-83E3-DF4BDB566604}" destId="{4C9D0C3A-872E-44AA-A97B-6B4D99FC4F16}" srcOrd="0" destOrd="0" presId="urn:microsoft.com/office/officeart/2018/2/layout/IconCircleList"/>
    <dgm:cxn modelId="{3FC3A4CC-A22A-4BDB-AE6A-AD0B3ABF9D69}" type="presOf" srcId="{00089BC5-6B22-4BFA-B190-53A95293632D}" destId="{134617DE-81EF-4AB2-82C6-B36F8D67259F}" srcOrd="0" destOrd="0" presId="urn:microsoft.com/office/officeart/2018/2/layout/IconCircleList"/>
    <dgm:cxn modelId="{FA7CA7D5-DC20-4879-AFCD-C0E4E698AF27}" type="presOf" srcId="{A98002BA-C7E7-46EA-B71E-4A7461F6F240}" destId="{75BB7717-CA6B-4CB7-845F-63991D5A7159}" srcOrd="0" destOrd="0" presId="urn:microsoft.com/office/officeart/2018/2/layout/IconCircleList"/>
    <dgm:cxn modelId="{B9A428E1-CAE4-457A-8B6C-4E0602DB6682}" type="presOf" srcId="{C3C8B7CB-59F3-402E-962C-46B9662CC0B4}" destId="{0609D433-ED70-4B26-AC22-792794ADEB05}" srcOrd="0" destOrd="0" presId="urn:microsoft.com/office/officeart/2018/2/layout/IconCircleList"/>
    <dgm:cxn modelId="{CCB8FAEA-9EA3-4266-B2BA-91CAEBF854E0}" srcId="{3AB8D596-265F-48CB-BEDA-48D8A28413C6}" destId="{A98002BA-C7E7-46EA-B71E-4A7461F6F240}" srcOrd="3" destOrd="0" parTransId="{48C5247F-10BB-487D-B05A-77938FBB106F}" sibTransId="{00089BC5-6B22-4BFA-B190-53A95293632D}"/>
    <dgm:cxn modelId="{30EC7AED-02BC-4EE9-86B7-B97FD62ED2FB}" type="presOf" srcId="{3AB8D596-265F-48CB-BEDA-48D8A28413C6}" destId="{5DB3635C-E75D-47AB-8E1A-F5DE5F527DF1}" srcOrd="0" destOrd="0" presId="urn:microsoft.com/office/officeart/2018/2/layout/IconCircleList"/>
    <dgm:cxn modelId="{2B34C2F2-6C8B-4A84-8166-6FD2D96CAB8D}" srcId="{3AB8D596-265F-48CB-BEDA-48D8A28413C6}" destId="{9DE081B4-ECF6-4646-90AF-5F7CFE3BFD7F}" srcOrd="0" destOrd="0" parTransId="{F4B6DF94-6213-4477-A647-454CD1135D06}" sibTransId="{3709F189-A4AE-4A10-BF3B-0A9079F247DD}"/>
    <dgm:cxn modelId="{7815D101-31AE-40CE-B7B2-8667F13DC04D}" type="presParOf" srcId="{5DB3635C-E75D-47AB-8E1A-F5DE5F527DF1}" destId="{D8A145F1-EEDA-4AE7-9553-E4CFC95DFB6F}" srcOrd="0" destOrd="0" presId="urn:microsoft.com/office/officeart/2018/2/layout/IconCircleList"/>
    <dgm:cxn modelId="{299C904A-828E-4621-BA0A-66B09A693FE1}" type="presParOf" srcId="{D8A145F1-EEDA-4AE7-9553-E4CFC95DFB6F}" destId="{3ACE3EB3-0C7F-499C-B327-AEBB03D1B1A8}" srcOrd="0" destOrd="0" presId="urn:microsoft.com/office/officeart/2018/2/layout/IconCircleList"/>
    <dgm:cxn modelId="{90D91AC2-4EDE-497F-AC09-A036CCC325C6}" type="presParOf" srcId="{3ACE3EB3-0C7F-499C-B327-AEBB03D1B1A8}" destId="{F5A04DA6-D783-4DD5-8C08-09CAE6342B7C}" srcOrd="0" destOrd="0" presId="urn:microsoft.com/office/officeart/2018/2/layout/IconCircleList"/>
    <dgm:cxn modelId="{E43A45E8-E7D7-43A0-BE90-FA13574CBA5C}" type="presParOf" srcId="{3ACE3EB3-0C7F-499C-B327-AEBB03D1B1A8}" destId="{619A4393-14EC-4E49-94FF-B092D602A218}" srcOrd="1" destOrd="0" presId="urn:microsoft.com/office/officeart/2018/2/layout/IconCircleList"/>
    <dgm:cxn modelId="{01328816-BF73-4FAE-A41C-65616099DB6B}" type="presParOf" srcId="{3ACE3EB3-0C7F-499C-B327-AEBB03D1B1A8}" destId="{227C8A81-CB1B-46E0-8ACC-4CED6D6DBB7A}" srcOrd="2" destOrd="0" presId="urn:microsoft.com/office/officeart/2018/2/layout/IconCircleList"/>
    <dgm:cxn modelId="{C1C8AA58-CDB7-4FBD-97DF-363B1164EA3B}" type="presParOf" srcId="{3ACE3EB3-0C7F-499C-B327-AEBB03D1B1A8}" destId="{56BDBD1D-4F55-4B50-8DE0-A829E91B5BC5}" srcOrd="3" destOrd="0" presId="urn:microsoft.com/office/officeart/2018/2/layout/IconCircleList"/>
    <dgm:cxn modelId="{994B12F3-7B89-4F61-B026-D8255E292C7E}" type="presParOf" srcId="{D8A145F1-EEDA-4AE7-9553-E4CFC95DFB6F}" destId="{C03284A5-8AEE-4A38-A1F8-75C6A2362FDE}" srcOrd="1" destOrd="0" presId="urn:microsoft.com/office/officeart/2018/2/layout/IconCircleList"/>
    <dgm:cxn modelId="{F1524546-41CE-4019-9D8C-8A3FC6E525C9}" type="presParOf" srcId="{D8A145F1-EEDA-4AE7-9553-E4CFC95DFB6F}" destId="{74D0727D-7621-40BF-86DF-AF291F462129}" srcOrd="2" destOrd="0" presId="urn:microsoft.com/office/officeart/2018/2/layout/IconCircleList"/>
    <dgm:cxn modelId="{BBFCFC99-275D-4A92-AECC-B5DF4968156D}" type="presParOf" srcId="{74D0727D-7621-40BF-86DF-AF291F462129}" destId="{0A2B3F00-74D4-441F-A6A1-B4CBA6BAB057}" srcOrd="0" destOrd="0" presId="urn:microsoft.com/office/officeart/2018/2/layout/IconCircleList"/>
    <dgm:cxn modelId="{CF483E3C-7F79-4852-8909-B71D24B508D9}" type="presParOf" srcId="{74D0727D-7621-40BF-86DF-AF291F462129}" destId="{0CF95CE2-E4F9-454E-9341-AF5B76DA34B8}" srcOrd="1" destOrd="0" presId="urn:microsoft.com/office/officeart/2018/2/layout/IconCircleList"/>
    <dgm:cxn modelId="{44664883-047C-48CA-A68C-46D0F83036B9}" type="presParOf" srcId="{74D0727D-7621-40BF-86DF-AF291F462129}" destId="{7C96CD84-04EF-4467-87F8-4B272FEDD530}" srcOrd="2" destOrd="0" presId="urn:microsoft.com/office/officeart/2018/2/layout/IconCircleList"/>
    <dgm:cxn modelId="{E2494E94-E1BE-441B-9A92-2BFCB3CB1DBE}" type="presParOf" srcId="{74D0727D-7621-40BF-86DF-AF291F462129}" destId="{BB377988-3A79-44ED-831D-75533A1744B5}" srcOrd="3" destOrd="0" presId="urn:microsoft.com/office/officeart/2018/2/layout/IconCircleList"/>
    <dgm:cxn modelId="{5C28F21F-BCF6-4EE8-A35A-658C8225729D}" type="presParOf" srcId="{D8A145F1-EEDA-4AE7-9553-E4CFC95DFB6F}" destId="{0609D433-ED70-4B26-AC22-792794ADEB05}" srcOrd="3" destOrd="0" presId="urn:microsoft.com/office/officeart/2018/2/layout/IconCircleList"/>
    <dgm:cxn modelId="{E6812A51-C648-4E96-9AA2-2E0A8589F102}" type="presParOf" srcId="{D8A145F1-EEDA-4AE7-9553-E4CFC95DFB6F}" destId="{765F9CBF-C8C4-4252-88FE-127EB092A59D}" srcOrd="4" destOrd="0" presId="urn:microsoft.com/office/officeart/2018/2/layout/IconCircleList"/>
    <dgm:cxn modelId="{BA9E6C58-CD1E-43F7-8CBC-6FB5F28121E7}" type="presParOf" srcId="{765F9CBF-C8C4-4252-88FE-127EB092A59D}" destId="{E1899C8E-8CDD-4D95-B646-7FFD76D63DC5}" srcOrd="0" destOrd="0" presId="urn:microsoft.com/office/officeart/2018/2/layout/IconCircleList"/>
    <dgm:cxn modelId="{A95A1BE5-6E4C-4E2A-A5EC-4C98B263102E}" type="presParOf" srcId="{765F9CBF-C8C4-4252-88FE-127EB092A59D}" destId="{1E231459-0274-40DA-B8D8-3CE4DE21547A}" srcOrd="1" destOrd="0" presId="urn:microsoft.com/office/officeart/2018/2/layout/IconCircleList"/>
    <dgm:cxn modelId="{0399E40C-2502-4613-8D75-41BF432F8B0C}" type="presParOf" srcId="{765F9CBF-C8C4-4252-88FE-127EB092A59D}" destId="{8885D461-57B7-4418-8EFA-15F691C1D4CB}" srcOrd="2" destOrd="0" presId="urn:microsoft.com/office/officeart/2018/2/layout/IconCircleList"/>
    <dgm:cxn modelId="{86F5696A-7D75-4B96-96EA-FFDC58B64078}" type="presParOf" srcId="{765F9CBF-C8C4-4252-88FE-127EB092A59D}" destId="{A4FF10DE-CA2C-4AEA-B4DE-5985EE9014C0}" srcOrd="3" destOrd="0" presId="urn:microsoft.com/office/officeart/2018/2/layout/IconCircleList"/>
    <dgm:cxn modelId="{69701677-7C5E-42C0-A04B-9DE95C43F0F1}" type="presParOf" srcId="{D8A145F1-EEDA-4AE7-9553-E4CFC95DFB6F}" destId="{9DD5001D-A067-4542-94A9-AC3ABDA6424D}" srcOrd="5" destOrd="0" presId="urn:microsoft.com/office/officeart/2018/2/layout/IconCircleList"/>
    <dgm:cxn modelId="{DFCE6FAB-67C3-4467-8E5B-7EB6B90E4A73}" type="presParOf" srcId="{D8A145F1-EEDA-4AE7-9553-E4CFC95DFB6F}" destId="{7B861C24-8A79-4506-BD24-81A87A07FBD3}" srcOrd="6" destOrd="0" presId="urn:microsoft.com/office/officeart/2018/2/layout/IconCircleList"/>
    <dgm:cxn modelId="{D1A28A76-87CE-4AC8-B5A3-E35E4DFD3945}" type="presParOf" srcId="{7B861C24-8A79-4506-BD24-81A87A07FBD3}" destId="{73F8EDA3-BB95-4599-B877-1A4AA24E9754}" srcOrd="0" destOrd="0" presId="urn:microsoft.com/office/officeart/2018/2/layout/IconCircleList"/>
    <dgm:cxn modelId="{917273AE-A18A-47C9-B24A-9AB844A971FF}" type="presParOf" srcId="{7B861C24-8A79-4506-BD24-81A87A07FBD3}" destId="{18852E5E-7EBB-4833-9EEA-CE2414DA48A2}" srcOrd="1" destOrd="0" presId="urn:microsoft.com/office/officeart/2018/2/layout/IconCircleList"/>
    <dgm:cxn modelId="{89006CB5-F72E-41BB-AB6E-2D6632C8C210}" type="presParOf" srcId="{7B861C24-8A79-4506-BD24-81A87A07FBD3}" destId="{692BFE56-B5B2-4C03-B378-8F63F08F425F}" srcOrd="2" destOrd="0" presId="urn:microsoft.com/office/officeart/2018/2/layout/IconCircleList"/>
    <dgm:cxn modelId="{BA4418C8-D574-4A6C-A36C-DB67C60F2A24}" type="presParOf" srcId="{7B861C24-8A79-4506-BD24-81A87A07FBD3}" destId="{75BB7717-CA6B-4CB7-845F-63991D5A7159}" srcOrd="3" destOrd="0" presId="urn:microsoft.com/office/officeart/2018/2/layout/IconCircleList"/>
    <dgm:cxn modelId="{1FF69896-43F9-4EAD-ABA1-900085768CEB}" type="presParOf" srcId="{D8A145F1-EEDA-4AE7-9553-E4CFC95DFB6F}" destId="{134617DE-81EF-4AB2-82C6-B36F8D67259F}" srcOrd="7" destOrd="0" presId="urn:microsoft.com/office/officeart/2018/2/layout/IconCircleList"/>
    <dgm:cxn modelId="{8209E305-1A3C-4469-8289-506550B74B0C}" type="presParOf" srcId="{D8A145F1-EEDA-4AE7-9553-E4CFC95DFB6F}" destId="{D51A5424-4B3D-468F-B153-09CFA1448172}" srcOrd="8" destOrd="0" presId="urn:microsoft.com/office/officeart/2018/2/layout/IconCircleList"/>
    <dgm:cxn modelId="{1BB016FF-DCF0-4B9A-A96D-B9A2D52D8563}" type="presParOf" srcId="{D51A5424-4B3D-468F-B153-09CFA1448172}" destId="{9B1517E0-CA82-4690-8D7B-0170D11A5283}" srcOrd="0" destOrd="0" presId="urn:microsoft.com/office/officeart/2018/2/layout/IconCircleList"/>
    <dgm:cxn modelId="{7598DB2F-43BF-42CF-8D61-C152AE2ABAEB}" type="presParOf" srcId="{D51A5424-4B3D-468F-B153-09CFA1448172}" destId="{734419AA-D563-432A-B8A1-521375B15A8C}" srcOrd="1" destOrd="0" presId="urn:microsoft.com/office/officeart/2018/2/layout/IconCircleList"/>
    <dgm:cxn modelId="{F4893728-C691-481D-9D51-1FA9AB09D894}" type="presParOf" srcId="{D51A5424-4B3D-468F-B153-09CFA1448172}" destId="{2B24C883-C837-4188-98DC-EA7E8E779145}" srcOrd="2" destOrd="0" presId="urn:microsoft.com/office/officeart/2018/2/layout/IconCircleList"/>
    <dgm:cxn modelId="{E204A69C-14C4-410E-90A6-B078333FA713}" type="presParOf" srcId="{D51A5424-4B3D-468F-B153-09CFA1448172}" destId="{F28B46D8-F014-416F-8162-1EEBF6A1F25E}" srcOrd="3" destOrd="0" presId="urn:microsoft.com/office/officeart/2018/2/layout/IconCircleList"/>
    <dgm:cxn modelId="{A17F58E8-A9EC-4DDD-9295-574BEFC6AE35}" type="presParOf" srcId="{D8A145F1-EEDA-4AE7-9553-E4CFC95DFB6F}" destId="{9C88DFC1-61DE-401E-A627-DEC3AABF4C5E}" srcOrd="9" destOrd="0" presId="urn:microsoft.com/office/officeart/2018/2/layout/IconCircleList"/>
    <dgm:cxn modelId="{56499746-FFBA-4070-BE50-6B7ADF05A5CD}" type="presParOf" srcId="{D8A145F1-EEDA-4AE7-9553-E4CFC95DFB6F}" destId="{B5C2A1F5-9FC3-40A0-B3F4-820B0B691D06}" srcOrd="10" destOrd="0" presId="urn:microsoft.com/office/officeart/2018/2/layout/IconCircleList"/>
    <dgm:cxn modelId="{81D019FE-D292-4F6E-9A7D-209FD3707163}" type="presParOf" srcId="{B5C2A1F5-9FC3-40A0-B3F4-820B0B691D06}" destId="{C818D84B-C4CD-466D-B422-CF8AEB724DD4}" srcOrd="0" destOrd="0" presId="urn:microsoft.com/office/officeart/2018/2/layout/IconCircleList"/>
    <dgm:cxn modelId="{A17B4B79-920C-4A8F-BC39-C55632CA2506}" type="presParOf" srcId="{B5C2A1F5-9FC3-40A0-B3F4-820B0B691D06}" destId="{B7F69671-A8DE-436D-B94C-35FB80C5D76C}" srcOrd="1" destOrd="0" presId="urn:microsoft.com/office/officeart/2018/2/layout/IconCircleList"/>
    <dgm:cxn modelId="{8ACB27CE-D485-43F2-A545-2320626E99AB}" type="presParOf" srcId="{B5C2A1F5-9FC3-40A0-B3F4-820B0B691D06}" destId="{ECDA9882-133A-4BB3-9F97-889AC6E12212}" srcOrd="2" destOrd="0" presId="urn:microsoft.com/office/officeart/2018/2/layout/IconCircleList"/>
    <dgm:cxn modelId="{9972AA5F-B45C-4B01-B29B-F406115F50AF}" type="presParOf" srcId="{B5C2A1F5-9FC3-40A0-B3F4-820B0B691D06}" destId="{83CEDD37-E96E-42A7-9DDF-B8FC7E9CAF22}" srcOrd="3" destOrd="0" presId="urn:microsoft.com/office/officeart/2018/2/layout/IconCircleList"/>
    <dgm:cxn modelId="{4000A91B-EE60-43F7-893B-A735CB861031}" type="presParOf" srcId="{D8A145F1-EEDA-4AE7-9553-E4CFC95DFB6F}" destId="{4C9D0C3A-872E-44AA-A97B-6B4D99FC4F16}" srcOrd="11" destOrd="0" presId="urn:microsoft.com/office/officeart/2018/2/layout/IconCircleList"/>
    <dgm:cxn modelId="{5460C647-B50A-4081-ACFB-DB03160CC9D6}" type="presParOf" srcId="{D8A145F1-EEDA-4AE7-9553-E4CFC95DFB6F}" destId="{075E2D75-9D97-4BEB-86C9-621EE16EE265}" srcOrd="12" destOrd="0" presId="urn:microsoft.com/office/officeart/2018/2/layout/IconCircleList"/>
    <dgm:cxn modelId="{5081DEC4-72E5-4CA6-AA36-C58AB6B2E2C2}" type="presParOf" srcId="{075E2D75-9D97-4BEB-86C9-621EE16EE265}" destId="{07464CE9-C4F8-4371-AAA6-027B64BF24DF}" srcOrd="0" destOrd="0" presId="urn:microsoft.com/office/officeart/2018/2/layout/IconCircleList"/>
    <dgm:cxn modelId="{1A5DF4B9-2602-4F46-A602-81E534BD26E0}" type="presParOf" srcId="{075E2D75-9D97-4BEB-86C9-621EE16EE265}" destId="{8110F38A-F055-472A-806B-37791938DB92}" srcOrd="1" destOrd="0" presId="urn:microsoft.com/office/officeart/2018/2/layout/IconCircleList"/>
    <dgm:cxn modelId="{880834EF-2105-40B3-B742-0F85125AB864}" type="presParOf" srcId="{075E2D75-9D97-4BEB-86C9-621EE16EE265}" destId="{6A56D96B-BE01-403E-8B27-DCDAD9885DF9}" srcOrd="2" destOrd="0" presId="urn:microsoft.com/office/officeart/2018/2/layout/IconCircleList"/>
    <dgm:cxn modelId="{50EED33C-0D29-4E79-A86F-CAB537CA486F}" type="presParOf" srcId="{075E2D75-9D97-4BEB-86C9-621EE16EE265}" destId="{B12AF672-4A3F-47DE-A5BB-C30F235CCBB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B530A-9A60-4517-9330-5D437ACD0CE2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19DB9-8463-4E44-B93C-DC47DA816D7C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494F6-EA5C-4E2F-9076-9003EE24FDDE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Globally unique</a:t>
          </a:r>
        </a:p>
      </dsp:txBody>
      <dsp:txXfrm>
        <a:off x="1844034" y="682"/>
        <a:ext cx="4401230" cy="1596566"/>
      </dsp:txXfrm>
    </dsp:sp>
    <dsp:sp modelId="{A4333593-265A-4C5C-B95D-AB03C4004C42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974E8F-B944-4225-A1C3-03E89B0676BE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6BA4D-5DCE-4050-9AAD-0B5AB81F2109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You can prove you have ownership of a DID</a:t>
          </a:r>
        </a:p>
      </dsp:txBody>
      <dsp:txXfrm>
        <a:off x="1844034" y="1996390"/>
        <a:ext cx="4401230" cy="1596566"/>
      </dsp:txXfrm>
    </dsp:sp>
    <dsp:sp modelId="{5CE41A41-4A44-4F0A-B2F4-962486C8E6D3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442E2F-6E67-4D85-B73F-1C815E682607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77EB3-E8F0-4080-9C8B-AB60038828AA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Public key distributed, Owner has private key</a:t>
          </a:r>
        </a:p>
      </dsp:txBody>
      <dsp:txXfrm>
        <a:off x="1844034" y="3992098"/>
        <a:ext cx="4401230" cy="15965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D99A46-23C4-4107-862F-CFD5766B1A7E}">
      <dsp:nvSpPr>
        <dsp:cNvPr id="0" name=""/>
        <dsp:cNvSpPr/>
      </dsp:nvSpPr>
      <dsp:spPr>
        <a:xfrm>
          <a:off x="765914" y="733843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DCA6B-BAF9-4E5F-B6E0-160D7DD9F527}">
      <dsp:nvSpPr>
        <dsp:cNvPr id="0" name=""/>
        <dsp:cNvSpPr/>
      </dsp:nvSpPr>
      <dsp:spPr>
        <a:xfrm>
          <a:off x="765914" y="236302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CH" sz="2000" kern="1200" dirty="0"/>
            <a:t>Dies ist eine gute Lösung für Identitätsprüfungen.</a:t>
          </a:r>
          <a:endParaRPr lang="en-US" sz="2000" kern="1200" dirty="0"/>
        </a:p>
      </dsp:txBody>
      <dsp:txXfrm>
        <a:off x="765914" y="2363023"/>
        <a:ext cx="4320000" cy="648000"/>
      </dsp:txXfrm>
    </dsp:sp>
    <dsp:sp modelId="{55BAD057-ADB0-42D4-9791-D58D8DBBDF0F}">
      <dsp:nvSpPr>
        <dsp:cNvPr id="0" name=""/>
        <dsp:cNvSpPr/>
      </dsp:nvSpPr>
      <dsp:spPr>
        <a:xfrm>
          <a:off x="765914" y="3065525"/>
          <a:ext cx="4320000" cy="393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21D254-AEC4-41B1-8696-7793E487F84E}">
      <dsp:nvSpPr>
        <dsp:cNvPr id="0" name=""/>
        <dsp:cNvSpPr/>
      </dsp:nvSpPr>
      <dsp:spPr>
        <a:xfrm>
          <a:off x="5841914" y="733843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BD85A-604D-4DDF-ACD4-E9878667D2FB}">
      <dsp:nvSpPr>
        <dsp:cNvPr id="0" name=""/>
        <dsp:cNvSpPr/>
      </dsp:nvSpPr>
      <dsp:spPr>
        <a:xfrm>
          <a:off x="5841914" y="236302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CH" sz="2000" kern="1200" dirty="0"/>
            <a:t>Es ist KEINE besonders gute Lösung für die Authentifizierung.</a:t>
          </a:r>
          <a:endParaRPr lang="en-US" sz="2000" kern="1200" dirty="0"/>
        </a:p>
      </dsp:txBody>
      <dsp:txXfrm>
        <a:off x="5841914" y="2363023"/>
        <a:ext cx="4320000" cy="648000"/>
      </dsp:txXfrm>
    </dsp:sp>
    <dsp:sp modelId="{2F8B926F-30EE-4701-8AD6-EA52CE58D729}">
      <dsp:nvSpPr>
        <dsp:cNvPr id="0" name=""/>
        <dsp:cNvSpPr/>
      </dsp:nvSpPr>
      <dsp:spPr>
        <a:xfrm>
          <a:off x="5841914" y="3065525"/>
          <a:ext cx="4320000" cy="393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Kein Schutz </a:t>
          </a:r>
          <a:r>
            <a:rPr lang="en-US" sz="1500" kern="1200" dirty="0" err="1"/>
            <a:t>vor</a:t>
          </a:r>
          <a:r>
            <a:rPr lang="en-US" sz="1500" kern="1200" dirty="0"/>
            <a:t> Phishing.</a:t>
          </a:r>
        </a:p>
      </dsp:txBody>
      <dsp:txXfrm>
        <a:off x="5841914" y="3065525"/>
        <a:ext cx="4320000" cy="3934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D99A46-23C4-4107-862F-CFD5766B1A7E}">
      <dsp:nvSpPr>
        <dsp:cNvPr id="0" name=""/>
        <dsp:cNvSpPr/>
      </dsp:nvSpPr>
      <dsp:spPr>
        <a:xfrm>
          <a:off x="3601" y="1153021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DCA6B-BAF9-4E5F-B6E0-160D7DD9F527}">
      <dsp:nvSpPr>
        <dsp:cNvPr id="0" name=""/>
        <dsp:cNvSpPr/>
      </dsp:nvSpPr>
      <dsp:spPr>
        <a:xfrm>
          <a:off x="3601" y="2297277"/>
          <a:ext cx="3037500" cy="45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 dirty="0" err="1"/>
            <a:t>Registrieren</a:t>
          </a:r>
          <a:endParaRPr lang="en-US" sz="2900" kern="1200" dirty="0"/>
        </a:p>
      </dsp:txBody>
      <dsp:txXfrm>
        <a:off x="3601" y="2297277"/>
        <a:ext cx="3037500" cy="455625"/>
      </dsp:txXfrm>
    </dsp:sp>
    <dsp:sp modelId="{55BAD057-ADB0-42D4-9791-D58D8DBBDF0F}">
      <dsp:nvSpPr>
        <dsp:cNvPr id="0" name=""/>
        <dsp:cNvSpPr/>
      </dsp:nvSpPr>
      <dsp:spPr>
        <a:xfrm>
          <a:off x="3601" y="2790637"/>
          <a:ext cx="3037500" cy="249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21D254-AEC4-41B1-8696-7793E487F84E}">
      <dsp:nvSpPr>
        <dsp:cNvPr id="0" name=""/>
        <dsp:cNvSpPr/>
      </dsp:nvSpPr>
      <dsp:spPr>
        <a:xfrm>
          <a:off x="3572664" y="1153021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BD85A-604D-4DDF-ACD4-E9878667D2FB}">
      <dsp:nvSpPr>
        <dsp:cNvPr id="0" name=""/>
        <dsp:cNvSpPr/>
      </dsp:nvSpPr>
      <dsp:spPr>
        <a:xfrm>
          <a:off x="3572664" y="2297277"/>
          <a:ext cx="3037500" cy="45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 dirty="0"/>
            <a:t>Step up Auth</a:t>
          </a:r>
        </a:p>
      </dsp:txBody>
      <dsp:txXfrm>
        <a:off x="3572664" y="2297277"/>
        <a:ext cx="3037500" cy="455625"/>
      </dsp:txXfrm>
    </dsp:sp>
    <dsp:sp modelId="{2F8B926F-30EE-4701-8AD6-EA52CE58D729}">
      <dsp:nvSpPr>
        <dsp:cNvPr id="0" name=""/>
        <dsp:cNvSpPr/>
      </dsp:nvSpPr>
      <dsp:spPr>
        <a:xfrm>
          <a:off x="3572664" y="2790637"/>
          <a:ext cx="3037500" cy="249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52CD04-2718-4507-83CB-4FCC25DE7F4B}">
      <dsp:nvSpPr>
        <dsp:cNvPr id="0" name=""/>
        <dsp:cNvSpPr/>
      </dsp:nvSpPr>
      <dsp:spPr>
        <a:xfrm>
          <a:off x="7141727" y="1153021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A8061-C51E-499B-9341-9A13362D833A}">
      <dsp:nvSpPr>
        <dsp:cNvPr id="0" name=""/>
        <dsp:cNvSpPr/>
      </dsp:nvSpPr>
      <dsp:spPr>
        <a:xfrm>
          <a:off x="7141727" y="2297277"/>
          <a:ext cx="3037500" cy="45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900" kern="1200" dirty="0"/>
            <a:t>Recovery</a:t>
          </a:r>
        </a:p>
      </dsp:txBody>
      <dsp:txXfrm>
        <a:off x="7141727" y="2297277"/>
        <a:ext cx="3037500" cy="455625"/>
      </dsp:txXfrm>
    </dsp:sp>
    <dsp:sp modelId="{634E24CC-A532-4D92-BE24-35D874073CE7}">
      <dsp:nvSpPr>
        <dsp:cNvPr id="0" name=""/>
        <dsp:cNvSpPr/>
      </dsp:nvSpPr>
      <dsp:spPr>
        <a:xfrm>
          <a:off x="7141727" y="2790637"/>
          <a:ext cx="3037500" cy="249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A04DA6-D783-4DD5-8C08-09CAE6342B7C}">
      <dsp:nvSpPr>
        <dsp:cNvPr id="0" name=""/>
        <dsp:cNvSpPr/>
      </dsp:nvSpPr>
      <dsp:spPr>
        <a:xfrm>
          <a:off x="343523" y="65221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A4393-14EC-4E49-94FF-B092D602A218}">
      <dsp:nvSpPr>
        <dsp:cNvPr id="0" name=""/>
        <dsp:cNvSpPr/>
      </dsp:nvSpPr>
      <dsp:spPr>
        <a:xfrm>
          <a:off x="501459" y="223157"/>
          <a:ext cx="436204" cy="4362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BDBD1D-4F55-4B50-8DE0-A829E91B5BC5}">
      <dsp:nvSpPr>
        <dsp:cNvPr id="0" name=""/>
        <dsp:cNvSpPr/>
      </dsp:nvSpPr>
      <dsp:spPr>
        <a:xfrm>
          <a:off x="1256759" y="65221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100" b="0" i="0" kern="1200" dirty="0">
              <a:effectLst/>
              <a:latin typeface="Bitter"/>
            </a:rPr>
            <a:t>Komplexität der Umsetzung</a:t>
          </a:r>
          <a:endParaRPr lang="en-US" sz="1100" kern="1200" dirty="0"/>
        </a:p>
      </dsp:txBody>
      <dsp:txXfrm>
        <a:off x="1256759" y="65221"/>
        <a:ext cx="1772752" cy="752076"/>
      </dsp:txXfrm>
    </dsp:sp>
    <dsp:sp modelId="{0A2B3F00-74D4-441F-A6A1-B4CBA6BAB057}">
      <dsp:nvSpPr>
        <dsp:cNvPr id="0" name=""/>
        <dsp:cNvSpPr/>
      </dsp:nvSpPr>
      <dsp:spPr>
        <a:xfrm>
          <a:off x="3338400" y="65221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F95CE2-E4F9-454E-9341-AF5B76DA34B8}">
      <dsp:nvSpPr>
        <dsp:cNvPr id="0" name=""/>
        <dsp:cNvSpPr/>
      </dsp:nvSpPr>
      <dsp:spPr>
        <a:xfrm>
          <a:off x="3496337" y="223157"/>
          <a:ext cx="436204" cy="4362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77988-3A79-44ED-831D-75533A1744B5}">
      <dsp:nvSpPr>
        <dsp:cNvPr id="0" name=""/>
        <dsp:cNvSpPr/>
      </dsp:nvSpPr>
      <dsp:spPr>
        <a:xfrm>
          <a:off x="4251637" y="65221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100" kern="1200" dirty="0">
              <a:latin typeface="Bitter"/>
            </a:rPr>
            <a:t>Mangelnde Interoperabilität zwischen Anbietern und Lösungen</a:t>
          </a:r>
          <a:endParaRPr lang="en-US" sz="1100" kern="1200" dirty="0">
            <a:latin typeface="Bitter"/>
          </a:endParaRPr>
        </a:p>
      </dsp:txBody>
      <dsp:txXfrm>
        <a:off x="4251637" y="65221"/>
        <a:ext cx="1772752" cy="752076"/>
      </dsp:txXfrm>
    </dsp:sp>
    <dsp:sp modelId="{E1899C8E-8CDD-4D95-B646-7FFD76D63DC5}">
      <dsp:nvSpPr>
        <dsp:cNvPr id="0" name=""/>
        <dsp:cNvSpPr/>
      </dsp:nvSpPr>
      <dsp:spPr>
        <a:xfrm>
          <a:off x="343523" y="1906252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231459-0274-40DA-B8D8-3CE4DE21547A}">
      <dsp:nvSpPr>
        <dsp:cNvPr id="0" name=""/>
        <dsp:cNvSpPr/>
      </dsp:nvSpPr>
      <dsp:spPr>
        <a:xfrm>
          <a:off x="501459" y="2064188"/>
          <a:ext cx="436204" cy="4362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F10DE-CA2C-4AEA-B4DE-5985EE9014C0}">
      <dsp:nvSpPr>
        <dsp:cNvPr id="0" name=""/>
        <dsp:cNvSpPr/>
      </dsp:nvSpPr>
      <dsp:spPr>
        <a:xfrm>
          <a:off x="1256759" y="1906252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100" kern="1200" dirty="0">
              <a:latin typeface="Bitter"/>
            </a:rPr>
            <a:t>Keine bessere Authentifizierung als bei bestehenden Systemen</a:t>
          </a:r>
        </a:p>
        <a:p>
          <a:pPr marL="0" lvl="0" indent="0" algn="l" defTabSz="488950">
            <a:spcBef>
              <a:spcPct val="0"/>
            </a:spcBef>
            <a:spcAft>
              <a:spcPct val="35000"/>
            </a:spcAft>
            <a:buNone/>
          </a:pPr>
          <a:r>
            <a:rPr lang="de-CH" sz="1100" kern="1200" dirty="0">
              <a:latin typeface="Bitter"/>
            </a:rPr>
            <a:t>Korrekte Umsetzung durch jeden Issuer erforderlich</a:t>
          </a:r>
        </a:p>
        <a:p>
          <a:pPr marL="0" lvl="0" indent="0" algn="l" defTabSz="488950">
            <a:spcBef>
              <a:spcPct val="0"/>
            </a:spcBef>
            <a:spcAft>
              <a:spcPct val="35000"/>
            </a:spcAft>
            <a:buNone/>
          </a:pPr>
          <a:r>
            <a:rPr lang="de-CH" sz="1100" kern="1200" dirty="0">
              <a:latin typeface="Bitter"/>
            </a:rPr>
            <a:t>Die Vertrauensqualität des Issuers hängt davon ab</a:t>
          </a:r>
        </a:p>
        <a:p>
          <a:pPr marL="0" lvl="0" indent="0" algn="l" defTabSz="488950">
            <a:spcBef>
              <a:spcPct val="0"/>
            </a:spcBef>
            <a:spcAft>
              <a:spcPct val="35000"/>
            </a:spcAft>
            <a:buNone/>
          </a:pPr>
          <a:r>
            <a:rPr lang="de-CH" sz="1100" kern="1200" dirty="0">
              <a:latin typeface="Bitter"/>
            </a:rPr>
            <a:t>Wahrscheinlich auch für jeden </a:t>
          </a:r>
          <a:r>
            <a:rPr lang="de-CH" sz="1100" kern="1200" dirty="0" err="1">
              <a:latin typeface="Bitter"/>
            </a:rPr>
            <a:t>Verifier</a:t>
          </a:r>
          <a:r>
            <a:rPr lang="de-CH" sz="1100" kern="1200" dirty="0">
              <a:latin typeface="Bitter"/>
            </a:rPr>
            <a:t> erforderlich</a:t>
          </a:r>
          <a:endParaRPr lang="en-US" sz="1100" kern="1200" dirty="0">
            <a:latin typeface="Bitter"/>
          </a:endParaRPr>
        </a:p>
      </dsp:txBody>
      <dsp:txXfrm>
        <a:off x="1256759" y="1906252"/>
        <a:ext cx="1772752" cy="752076"/>
      </dsp:txXfrm>
    </dsp:sp>
    <dsp:sp modelId="{73F8EDA3-BB95-4599-B877-1A4AA24E9754}">
      <dsp:nvSpPr>
        <dsp:cNvPr id="0" name=""/>
        <dsp:cNvSpPr/>
      </dsp:nvSpPr>
      <dsp:spPr>
        <a:xfrm>
          <a:off x="3338400" y="1906252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52E5E-7EBB-4833-9EEA-CE2414DA48A2}">
      <dsp:nvSpPr>
        <dsp:cNvPr id="0" name=""/>
        <dsp:cNvSpPr/>
      </dsp:nvSpPr>
      <dsp:spPr>
        <a:xfrm>
          <a:off x="3496337" y="2064188"/>
          <a:ext cx="436204" cy="4362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B7717-CA6B-4CB7-845F-63991D5A7159}">
      <dsp:nvSpPr>
        <dsp:cNvPr id="0" name=""/>
        <dsp:cNvSpPr/>
      </dsp:nvSpPr>
      <dsp:spPr>
        <a:xfrm>
          <a:off x="4251637" y="1906252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100" b="0" i="0" kern="1200" dirty="0">
              <a:effectLst/>
              <a:latin typeface="Bitter"/>
            </a:rPr>
            <a:t>Aufgrund von Kosten, gesetzlichen Vorgaben oder Gebühren werden </a:t>
          </a:r>
          <a:r>
            <a:rPr lang="de-CH" sz="1100" b="0" i="0" kern="1200" dirty="0" err="1">
              <a:effectLst/>
              <a:latin typeface="Bitter"/>
            </a:rPr>
            <a:t>Verifier</a:t>
          </a:r>
          <a:r>
            <a:rPr lang="de-CH" sz="1100" b="0" i="0" kern="1200" dirty="0">
              <a:effectLst/>
              <a:latin typeface="Bitter"/>
            </a:rPr>
            <a:t> die </a:t>
          </a:r>
          <a:r>
            <a:rPr lang="de-CH" sz="1100" b="0" i="0" kern="1200" dirty="0" err="1">
              <a:effectLst/>
              <a:latin typeface="Bitter"/>
            </a:rPr>
            <a:t>Credentials</a:t>
          </a:r>
          <a:r>
            <a:rPr lang="de-CH" sz="1100" b="0" i="0" kern="1200" dirty="0">
              <a:effectLst/>
              <a:latin typeface="Bitter"/>
            </a:rPr>
            <a:t> wahrscheinlich dennoch kopieren und zentrale PII-Datenbanken aufbauen.</a:t>
          </a:r>
          <a:endParaRPr lang="en-US" sz="1100" b="0" i="0" kern="1200" dirty="0">
            <a:effectLst/>
            <a:latin typeface="Bitter"/>
          </a:endParaRPr>
        </a:p>
      </dsp:txBody>
      <dsp:txXfrm>
        <a:off x="4251637" y="1906252"/>
        <a:ext cx="1772752" cy="752076"/>
      </dsp:txXfrm>
    </dsp:sp>
    <dsp:sp modelId="{9B1517E0-CA82-4690-8D7B-0170D11A5283}">
      <dsp:nvSpPr>
        <dsp:cNvPr id="0" name=""/>
        <dsp:cNvSpPr/>
      </dsp:nvSpPr>
      <dsp:spPr>
        <a:xfrm>
          <a:off x="343523" y="3747283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4419AA-D563-432A-B8A1-521375B15A8C}">
      <dsp:nvSpPr>
        <dsp:cNvPr id="0" name=""/>
        <dsp:cNvSpPr/>
      </dsp:nvSpPr>
      <dsp:spPr>
        <a:xfrm>
          <a:off x="501459" y="3905219"/>
          <a:ext cx="436204" cy="4362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B46D8-F014-416F-8162-1EEBF6A1F25E}">
      <dsp:nvSpPr>
        <dsp:cNvPr id="0" name=""/>
        <dsp:cNvSpPr/>
      </dsp:nvSpPr>
      <dsp:spPr>
        <a:xfrm>
          <a:off x="1256759" y="3747283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>
              <a:effectLst/>
              <a:latin typeface="Bitter"/>
            </a:rPr>
            <a:t>Chain of Trust: </a:t>
          </a:r>
          <a:r>
            <a:rPr lang="de-CH" sz="1100" b="0" i="0" kern="1200" dirty="0">
              <a:effectLst/>
              <a:latin typeface="Bitter"/>
            </a:rPr>
            <a:t>Wiederherstellung nach Sicherheitsvorfällen</a:t>
          </a:r>
          <a:endParaRPr lang="en-US" sz="1100" b="0" i="0" kern="1200" dirty="0">
            <a:effectLst/>
            <a:latin typeface="Bitter"/>
          </a:endParaRPr>
        </a:p>
      </dsp:txBody>
      <dsp:txXfrm>
        <a:off x="1256759" y="3747283"/>
        <a:ext cx="1772752" cy="752076"/>
      </dsp:txXfrm>
    </dsp:sp>
    <dsp:sp modelId="{C818D84B-C4CD-466D-B422-CF8AEB724DD4}">
      <dsp:nvSpPr>
        <dsp:cNvPr id="0" name=""/>
        <dsp:cNvSpPr/>
      </dsp:nvSpPr>
      <dsp:spPr>
        <a:xfrm>
          <a:off x="3338400" y="3747283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F69671-A8DE-436D-B94C-35FB80C5D76C}">
      <dsp:nvSpPr>
        <dsp:cNvPr id="0" name=""/>
        <dsp:cNvSpPr/>
      </dsp:nvSpPr>
      <dsp:spPr>
        <a:xfrm>
          <a:off x="3496337" y="3905219"/>
          <a:ext cx="436204" cy="4362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EDD37-E96E-42A7-9DDF-B8FC7E9CAF22}">
      <dsp:nvSpPr>
        <dsp:cNvPr id="0" name=""/>
        <dsp:cNvSpPr/>
      </dsp:nvSpPr>
      <dsp:spPr>
        <a:xfrm>
          <a:off x="4251637" y="3747283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100" b="0" i="0" kern="1200" dirty="0"/>
            <a:t>Zugriff auf Wallets: Wie erfolgt die Authentifizierung?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de-CH" sz="1100" kern="1200" dirty="0"/>
        </a:p>
      </dsp:txBody>
      <dsp:txXfrm>
        <a:off x="4251637" y="3747283"/>
        <a:ext cx="1772752" cy="752076"/>
      </dsp:txXfrm>
    </dsp:sp>
    <dsp:sp modelId="{07464CE9-C4F8-4371-AAA6-027B64BF24DF}">
      <dsp:nvSpPr>
        <dsp:cNvPr id="0" name=""/>
        <dsp:cNvSpPr/>
      </dsp:nvSpPr>
      <dsp:spPr>
        <a:xfrm>
          <a:off x="343523" y="5588314"/>
          <a:ext cx="752076" cy="75207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10F38A-F055-472A-806B-37791938DB92}">
      <dsp:nvSpPr>
        <dsp:cNvPr id="0" name=""/>
        <dsp:cNvSpPr/>
      </dsp:nvSpPr>
      <dsp:spPr>
        <a:xfrm>
          <a:off x="501459" y="5746250"/>
          <a:ext cx="436204" cy="4362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2AF672-4A3F-47DE-A5BB-C30F235CCBBF}">
      <dsp:nvSpPr>
        <dsp:cNvPr id="0" name=""/>
        <dsp:cNvSpPr/>
      </dsp:nvSpPr>
      <dsp:spPr>
        <a:xfrm>
          <a:off x="1256759" y="5588314"/>
          <a:ext cx="1772752" cy="752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100" b="0" i="0" kern="1200" dirty="0"/>
            <a:t>Erfordert ein Smartphone</a:t>
          </a:r>
        </a:p>
      </dsp:txBody>
      <dsp:txXfrm>
        <a:off x="1256759" y="5588314"/>
        <a:ext cx="1772752" cy="7520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F1E38-902E-45DE-AA47-00261F6A6AD3}" type="datetimeFigureOut">
              <a:rPr lang="de-CH" smtClean="0"/>
              <a:t>21.07.2026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0028D-62C9-430C-BEFA-EC704E22E0B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0222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vc-data-model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0028D-62C9-430C-BEFA-EC704E22E0BA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2222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B297D-EACB-4E51-9E3D-1BFE2F3F6E1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0217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0D52C-EA0F-98F4-D493-5095EC5F3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82029-B61E-4DFD-4B7E-0F839D45D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FDD0D-4704-EEB0-A4CE-21AD76562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2CCFC-81F1-EDFC-E399-A662B487D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0028D-62C9-430C-BEFA-EC704E22E0BA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2685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556E2-ED77-8B8C-871F-84A4EEFA7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5D76FC-53AC-D44C-D0F2-7CF256A84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F2E54-2590-AB17-8F28-2AFFB1304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A27B3-66D3-0419-50D3-CBA8D4B5A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0028D-62C9-430C-BEFA-EC704E22E0BA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36276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815DC-7EC1-A5C9-7E7D-9BB3B76D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6000E-3515-40E9-A316-FF6AD7986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A163E5-505F-451B-8D73-4D9A9E27F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set of issued credentials</a:t>
            </a:r>
          </a:p>
          <a:p>
            <a:r>
              <a:rPr lang="en-US" dirty="0"/>
              <a:t>User controlled</a:t>
            </a:r>
          </a:p>
          <a:p>
            <a:r>
              <a:rPr lang="en-US" dirty="0"/>
              <a:t>Saved to a credential manager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10C28-B5FC-37A8-B731-113D52E19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B297D-EACB-4E51-9E3D-1BFE2F3F6E1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3789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B297D-EACB-4E51-9E3D-1BFE2F3F6E1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722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B297D-EACB-4E51-9E3D-1BFE2F3F6E1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6800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Credential</a:t>
            </a:r>
            <a:r>
              <a:rPr lang="de-C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Exchange </a:t>
            </a:r>
            <a:r>
              <a:rPr lang="de-C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Protocols</a:t>
            </a:r>
            <a:r>
              <a:rPr lang="de-C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OIDC4VCI OID4VP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Credential</a:t>
            </a:r>
            <a:r>
              <a:rPr lang="de-C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Manager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B297D-EACB-4E51-9E3D-1BFE2F3F6E1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160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https://datatracker.ietf.org/doc/draft-ietf-oauth-sd-jwt-vc/04/ 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https://www.w3.org/TR/vc-data-model/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B297D-EACB-4E51-9E3D-1BFE2F3F6E1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0136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Credential manager (Agents DIDCommV2, </a:t>
            </a:r>
            <a:r>
              <a:rPr lang="de-C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OIDC4VCI, OID4VP</a:t>
            </a:r>
            <a:r>
              <a:rPr lang="en-US" dirty="0"/>
              <a:t>)</a:t>
            </a:r>
          </a:p>
          <a:p>
            <a:r>
              <a:rPr lang="en-US" dirty="0"/>
              <a:t>Interop is not a thing yet.</a:t>
            </a:r>
          </a:p>
          <a:p>
            <a:endParaRPr lang="en-US" dirty="0"/>
          </a:p>
          <a:p>
            <a:r>
              <a:rPr lang="en-US" dirty="0"/>
              <a:t>https://www.eid.admin.ch/en</a:t>
            </a:r>
          </a:p>
          <a:p>
            <a:r>
              <a:rPr lang="en-US" dirty="0"/>
              <a:t>https://swiyu-admin-ch.github.io/</a:t>
            </a:r>
          </a:p>
          <a:p>
            <a:r>
              <a:rPr lang="en-US" dirty="0"/>
              <a:t>https://www.eid.admin.ch/de/public-beta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B297D-EACB-4E51-9E3D-1BFE2F3F6E1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1390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Swiss E-ID technical stack</a:t>
            </a:r>
          </a:p>
          <a:p>
            <a:endParaRPr lang="en-US" dirty="0"/>
          </a:p>
          <a:p>
            <a:r>
              <a:rPr lang="en-US" dirty="0"/>
              <a:t>Tracking can be solved using Zero knowledge proofs</a:t>
            </a:r>
          </a:p>
          <a:p>
            <a:r>
              <a:rPr lang="en-US" dirty="0"/>
              <a:t>Selective disclosure</a:t>
            </a:r>
          </a:p>
          <a:p>
            <a:endParaRPr lang="en-US" dirty="0"/>
          </a:p>
          <a:p>
            <a:r>
              <a:rPr lang="de-CH" dirty="0"/>
              <a:t>https://swiyu-admin-ch.github.io/technology-stack/</a:t>
            </a:r>
          </a:p>
          <a:p>
            <a:endParaRPr lang="de-CH" dirty="0"/>
          </a:p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B297D-EACB-4E51-9E3D-1BFE2F3F6E1E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4561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VDCs allow users to control the data they share</a:t>
            </a:r>
          </a:p>
          <a:p>
            <a:r>
              <a:rPr lang="de-CH" dirty="0"/>
              <a:t>- ID not Login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0028D-62C9-430C-BEFA-EC704E22E0BA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641435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0028D-62C9-430C-BEFA-EC704E22E0BA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175348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78D5A-86C9-F867-F100-BCBDDDD54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9C564-293F-3FDA-D3C8-542CF3838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4F33F-B859-9DA0-5671-D2114E1AE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VDCs allow users to control the data they share</a:t>
            </a:r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9B71E-5D47-948F-95DF-783240F0F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0028D-62C9-430C-BEFA-EC704E22E0BA}" type="slidenum">
              <a:rPr lang="de-CH" smtClean="0"/>
              <a:t>15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644587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application security possible for the containers, MUST use network security at present.</a:t>
            </a:r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0028D-62C9-430C-BEFA-EC704E22E0BA}" type="slidenum">
              <a:rPr lang="de-CH" smtClean="0"/>
              <a:t>17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015687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agov.ch/</a:t>
            </a:r>
            <a:r>
              <a:rPr lang="en-US" dirty="0" err="1"/>
              <a:t>eid</a:t>
            </a:r>
            <a:endParaRPr lang="en-US" dirty="0"/>
          </a:p>
          <a:p>
            <a:endParaRPr lang="en-US" dirty="0"/>
          </a:p>
          <a:p>
            <a:r>
              <a:rPr lang="de-CH" dirty="0"/>
              <a:t>https://www.agov.admin.ch/de/faqd-agov-eid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F0028D-62C9-430C-BEFA-EC704E22E0BA}" type="slidenum">
              <a:rPr lang="de-CH" smtClean="0"/>
              <a:t>19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03625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B297D-EACB-4E51-9E3D-1BFE2F3F6E1E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4339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1039-556D-979C-50DB-E504DD4A5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31B2F-AD6D-62CA-8A84-DDCC2BE05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05A18-C6D8-A1D6-314D-21D1806E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9534-F86E-4212-AB1A-C43F30F18A4E}" type="datetimeFigureOut">
              <a:rPr lang="de-CH" smtClean="0"/>
              <a:t>21.07.2026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75035-CD60-EE3A-2874-E3247F171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06825-22FD-F617-65FD-1D41493D4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42A5-9D39-4945-BFC3-75D2B229AF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41266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4162-7531-6A64-B908-224CF8ADE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329C4-A986-BC0A-1AFA-868ED7558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63F9-D669-7E6C-6D58-06283380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9534-F86E-4212-AB1A-C43F30F18A4E}" type="datetimeFigureOut">
              <a:rPr lang="de-CH" smtClean="0"/>
              <a:t>21.07.2026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E6B16-C8D6-4F23-EB07-98849BD6A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80B88-3242-8257-B58C-B5357508E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42A5-9D39-4945-BFC3-75D2B229AF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470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1FFE-B57C-A05F-0C3A-B6F2D0B8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3C69C-3229-9D68-0AD9-3E7AAF657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A6C22-647B-F46D-6876-BB5A1381E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9534-F86E-4212-AB1A-C43F30F18A4E}" type="datetimeFigureOut">
              <a:rPr lang="de-CH" smtClean="0"/>
              <a:t>21.07.2026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4FA22-7602-3A87-312F-FDF50372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CA66A-7D86-5D4A-3431-86D331F7D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42A5-9D39-4945-BFC3-75D2B229AF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0976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4BA5-05C4-D318-F649-193B86BC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119F0-790C-D89F-D276-4408ED2FF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2D2A2-B749-71C2-F6E8-10A2879C2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B1B8A-7AFA-A011-5594-C439E7DD5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9534-F86E-4212-AB1A-C43F30F18A4E}" type="datetimeFigureOut">
              <a:rPr lang="de-CH" smtClean="0"/>
              <a:t>21.07.2026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DDB2A-A2E2-1B67-EC75-3086EA86B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4AE38-5B0A-A518-890E-28B93E02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42A5-9D39-4945-BFC3-75D2B229AF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58455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08376-CE46-710A-B927-D6C53F22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FDCAE-3505-B36C-CE00-F875C0F12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0FA7-0776-457C-B756-DDFB10FF8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28A777-40AC-E9CD-1264-B61511BB1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D79B8-D4BF-AC56-4167-7FFC7032B7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9E83BD-BFD5-68CE-15A7-CBD76D14D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9534-F86E-4212-AB1A-C43F30F18A4E}" type="datetimeFigureOut">
              <a:rPr lang="de-CH" smtClean="0"/>
              <a:t>21.07.2026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077E03-C813-DF2C-A92E-8D1761EC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CF23F4-5F48-3078-4B03-6BCEEAA61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42A5-9D39-4945-BFC3-75D2B229AF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2424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789AB-290B-7C71-8B12-505B7F262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C2231-77E3-D393-1925-524EE1A95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9534-F86E-4212-AB1A-C43F30F18A4E}" type="datetimeFigureOut">
              <a:rPr lang="de-CH" smtClean="0"/>
              <a:t>21.07.2026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5BBAD-5B02-B053-B2A2-F0CF40D8E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3E6A54-031D-05F3-DF3A-8F86BDA8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42A5-9D39-4945-BFC3-75D2B229AF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1774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D3ED8D-8059-A08D-BD42-1B4B000FC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9534-F86E-4212-AB1A-C43F30F18A4E}" type="datetimeFigureOut">
              <a:rPr lang="de-CH" smtClean="0"/>
              <a:t>21.07.2026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A4E9B-7D96-B7B5-B694-E070CC83F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CD864-6C76-0A7B-D360-9642EADD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42A5-9D39-4945-BFC3-75D2B229AF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3460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EC6B-4152-9B10-B271-3667B7C5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79011-2595-2D95-47BE-3052CB292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916D8-6428-051E-0296-D4DC3A7DD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809DA-81A7-AF2B-44F1-EFF028049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9534-F86E-4212-AB1A-C43F30F18A4E}" type="datetimeFigureOut">
              <a:rPr lang="de-CH" smtClean="0"/>
              <a:t>21.07.2026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06CB0-C3ED-BF4A-E57D-7A437A7E9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4303C-7891-22F5-20A1-BE94BCDD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42A5-9D39-4945-BFC3-75D2B229AF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9000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13D6-A746-825C-8301-D811D6C28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17D0F-05A2-1B89-7B1A-82C5222DF5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17EC0-3243-1A19-9394-5C32575FA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D0F0C-E645-4E78-2254-45A76E771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9534-F86E-4212-AB1A-C43F30F18A4E}" type="datetimeFigureOut">
              <a:rPr lang="de-CH" smtClean="0"/>
              <a:t>21.07.2026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19DCE-B505-59C0-6FFD-8EB6C1154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4FD54-67E8-9374-2B11-428E470F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42A5-9D39-4945-BFC3-75D2B229AF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081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25F2C-913B-BEEA-6ED8-BD1BC84F1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098F0-BDC7-9101-2392-61AFD0FE2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D9DFF-4FFA-C6AA-0B1A-E72B18B5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9534-F86E-4212-AB1A-C43F30F18A4E}" type="datetimeFigureOut">
              <a:rPr lang="de-CH" smtClean="0"/>
              <a:t>21.07.2026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13481-7D6C-3D8E-8497-81AF7FF7B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28A85-A663-73A1-00C8-143877900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42A5-9D39-4945-BFC3-75D2B229AF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057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4D22BD-9308-6D7F-71BF-4DA2A29F37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662F6-7F97-98EA-54DD-B445D547A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74BA8-EFEF-090E-3222-5DA19F6DB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9534-F86E-4212-AB1A-C43F30F18A4E}" type="datetimeFigureOut">
              <a:rPr lang="de-CH" smtClean="0"/>
              <a:t>21.07.2026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796E2-11F0-4ADF-C492-02AAFD5E7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2FB96-16A3-DC6B-9CE3-FF1A25A3F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342A5-9D39-4945-BFC3-75D2B229AF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5973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54511-8C1F-26F5-EC63-A575025F4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09CAF-68E6-F287-07F6-4D802A3A7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6F698-2EBA-751E-5667-533C2B80A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09534-F86E-4212-AB1A-C43F30F18A4E}" type="datetimeFigureOut">
              <a:rPr lang="de-CH" smtClean="0"/>
              <a:t>21.07.2026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E248F-05D2-1A7C-FA2F-65963AD33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CC682-48D6-14C8-64EE-F97A21807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3342A5-9D39-4945-BFC3-75D2B229AF4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0396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id.admin.ch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swiyu-admin-ch.github.i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id.admin.ch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id.admin.ch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tracker.ietf.org/doc/draft-ietf-oauth-sd-jwt-vc/04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www.eid.admin.ch/de/public-beta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swiyu-admin-ch.github.io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iss-ssi-group/swiyu-aspire-aspnetcor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swiss-ssi-group/swiyu-passkeys-idp-loi-loa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mienbod/sien-agov-poc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6668" cy="4570886"/>
            <a:chOff x="0" y="0"/>
            <a:chExt cx="12196668" cy="45708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436B16-CC94-66CF-82CA-B17213EF9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348" y="1124262"/>
            <a:ext cx="8017652" cy="2690413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>
                <a:solidFill>
                  <a:srgbClr val="FFFFFF"/>
                </a:solidFill>
              </a:rPr>
              <a:t>Swiss e-ID</a:t>
            </a:r>
            <a:endParaRPr lang="de-CH" sz="5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DF4FA-FF5D-6F3F-BEED-8E5F1630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6348" y="5099566"/>
            <a:ext cx="6481746" cy="1199733"/>
          </a:xfrm>
        </p:spPr>
        <p:txBody>
          <a:bodyPr anchor="ctr">
            <a:normAutofit/>
          </a:bodyPr>
          <a:lstStyle/>
          <a:p>
            <a:pPr algn="l"/>
            <a:r>
              <a:rPr lang="en-US" sz="2000" dirty="0" err="1"/>
              <a:t>Swiyu</a:t>
            </a:r>
            <a:r>
              <a:rPr lang="en-US" sz="2000" dirty="0"/>
              <a:t> Swiss e-ID</a:t>
            </a:r>
          </a:p>
          <a:p>
            <a:pPr algn="l"/>
            <a:r>
              <a:rPr lang="de-CH" sz="2000" dirty="0">
                <a:hlinkClick r:id="rId3"/>
              </a:rPr>
              <a:t>https://eid.admin.ch</a:t>
            </a:r>
            <a:r>
              <a:rPr lang="de-CH" sz="2000" dirty="0"/>
              <a:t> </a:t>
            </a:r>
            <a:endParaRPr lang="en-US" sz="2000" dirty="0"/>
          </a:p>
          <a:p>
            <a:pPr algn="l"/>
            <a:r>
              <a:rPr lang="de-CH" sz="2000" dirty="0">
                <a:hlinkClick r:id="rId4"/>
              </a:rPr>
              <a:t>https://swiyu-admin-ch.github.io/</a:t>
            </a:r>
            <a:r>
              <a:rPr lang="de-CH" sz="20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8488B3-79C6-3CF0-F982-FA4699519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1519" y="5061057"/>
            <a:ext cx="2267987" cy="11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53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C852D-2986-4AF4-A711-617654DA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CH" sz="4800" dirty="0">
                <a:solidFill>
                  <a:srgbClr val="FFFFFF"/>
                </a:solidFill>
              </a:rPr>
              <a:t>Was ist eine digitale Identität?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Employee Badge">
            <a:extLst>
              <a:ext uri="{FF2B5EF4-FFF2-40B4-BE49-F238E27FC236}">
                <a16:creationId xmlns:a16="http://schemas.microsoft.com/office/drawing/2014/main" id="{D5870121-4C2E-4869-B3A9-7E8EF783EE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1874" y="2108877"/>
            <a:ext cx="2654533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483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9A269-F77F-1366-7169-375117EE1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E3FCC14-1353-6319-A43F-55F2569D6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6668" cy="4570886"/>
            <a:chOff x="0" y="0"/>
            <a:chExt cx="12196668" cy="45708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B1114F-2B01-B00C-0508-7155230A4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A89412-AB4F-6F6D-31EF-2A5C45D04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26AEE0-57AE-974D-DAAE-10856660A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805CFF-4119-C81A-EF56-B1609D165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CC7B39-BF1E-4294-AFD2-56DCF729F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348" y="1124262"/>
            <a:ext cx="8017652" cy="2690413"/>
          </a:xfrm>
        </p:spPr>
        <p:txBody>
          <a:bodyPr anchor="t">
            <a:noAutofit/>
          </a:bodyPr>
          <a:lstStyle/>
          <a:p>
            <a:pPr algn="l"/>
            <a:r>
              <a:rPr lang="de-CH" sz="3600" dirty="0"/>
              <a:t>Die e-ID ist der staatlich herausgegebene digitale Ausweis, der in der  Wallet ausgestellt wird. Die e-ID kann digital und in der physischen Welt genutzt werden.</a:t>
            </a:r>
            <a:endParaRPr lang="de-CH" sz="3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782CD-D162-5F92-1058-F86DF2936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6348" y="5099566"/>
            <a:ext cx="6481746" cy="1199733"/>
          </a:xfrm>
        </p:spPr>
        <p:txBody>
          <a:bodyPr anchor="ctr">
            <a:normAutofit/>
          </a:bodyPr>
          <a:lstStyle/>
          <a:p>
            <a:pPr algn="l"/>
            <a:r>
              <a:rPr lang="en-US" sz="2000" dirty="0" err="1"/>
              <a:t>Swiyu</a:t>
            </a:r>
            <a:r>
              <a:rPr lang="en-US" sz="2000" dirty="0"/>
              <a:t> Swiss e-ID</a:t>
            </a:r>
          </a:p>
          <a:p>
            <a:pPr algn="l"/>
            <a:r>
              <a:rPr lang="de-CH" sz="2000" dirty="0">
                <a:hlinkClick r:id="rId3"/>
              </a:rPr>
              <a:t>https://eid.admin.ch</a:t>
            </a:r>
            <a:r>
              <a:rPr lang="de-CH" sz="20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0B8FF4-EA15-EAC5-3755-F656485CE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1519" y="5061057"/>
            <a:ext cx="2267987" cy="11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61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0EA11-5279-9F7C-8F09-F2E0EB913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7B34862-53A8-616D-2DB5-AC72BC1F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6668" cy="4570886"/>
            <a:chOff x="0" y="0"/>
            <a:chExt cx="12196668" cy="45708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079C51-51B8-1F31-3DA3-76DDC53651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60E8369-4D23-D8AB-CA96-AB7188F9F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8D2BE55-3CD5-D0F9-BB96-76D2C808B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3239A0-9C9B-0FA8-DE77-A878DBC5B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D05E2E1-1DB1-CFF0-79AF-7BF1C2443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348" y="1124262"/>
            <a:ext cx="8017652" cy="2690413"/>
          </a:xfrm>
        </p:spPr>
        <p:txBody>
          <a:bodyPr anchor="t">
            <a:noAutofit/>
          </a:bodyPr>
          <a:lstStyle/>
          <a:p>
            <a:pPr algn="l"/>
            <a:r>
              <a:rPr lang="de-CH" sz="3600" dirty="0"/>
              <a:t>Die e-ID ist ein offizieller Nachweis und wird vom Staat herausgegeben. Die e-ID ist ein zusätzliches, kostenloses Angebot zur physischen Identitätskarte. </a:t>
            </a:r>
            <a:endParaRPr lang="de-CH" sz="3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243E9-88B2-44E1-5D74-D3FC32A02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6348" y="5099566"/>
            <a:ext cx="6481746" cy="1199733"/>
          </a:xfrm>
        </p:spPr>
        <p:txBody>
          <a:bodyPr anchor="ctr">
            <a:normAutofit/>
          </a:bodyPr>
          <a:lstStyle/>
          <a:p>
            <a:pPr algn="l"/>
            <a:r>
              <a:rPr lang="en-US" sz="2000" dirty="0" err="1"/>
              <a:t>Swiyu</a:t>
            </a:r>
            <a:r>
              <a:rPr lang="en-US" sz="2000" dirty="0"/>
              <a:t> Swiss e-ID</a:t>
            </a:r>
          </a:p>
          <a:p>
            <a:pPr algn="l"/>
            <a:r>
              <a:rPr lang="de-CH" sz="2000" dirty="0">
                <a:hlinkClick r:id="rId3"/>
              </a:rPr>
              <a:t>https://eid.admin.ch</a:t>
            </a:r>
            <a:r>
              <a:rPr lang="de-CH" sz="20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55B431-FFF4-3CAF-80AB-6A2681019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1519" y="5061057"/>
            <a:ext cx="2267987" cy="11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186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C46D6-15EE-7866-B900-2C17440AC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BB4D44F-1464-A66F-D1A9-BC38D9BBB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A83614-C2BD-15E9-1414-3F018A9DB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6DF2C5-E29B-0248-7E51-C28EEF9C7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9A0289-50ED-CFAA-A5FF-1028DDE2C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5B0A0A-F48B-02D2-CE55-B000424C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Verifiable Digital Credentials (VDCs)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8EF481-2E7D-CCB6-C7C0-849F96C9F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B0732AA-61B3-2822-772E-03B41D93A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Employee Badge">
            <a:extLst>
              <a:ext uri="{FF2B5EF4-FFF2-40B4-BE49-F238E27FC236}">
                <a16:creationId xmlns:a16="http://schemas.microsoft.com/office/drawing/2014/main" id="{FAF0273C-3092-67EF-46B6-279EB5259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1874" y="2108877"/>
            <a:ext cx="2654533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22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8EFA2-1CDF-4CAC-BD5E-565AC0CD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n-lt"/>
              </a:rPr>
              <a:t>DID </a:t>
            </a:r>
            <a:r>
              <a:rPr lang="en-US" sz="4000" b="0" i="0" dirty="0">
                <a:solidFill>
                  <a:schemeClr val="bg1"/>
                </a:solidFill>
                <a:effectLst/>
                <a:latin typeface="+mn-lt"/>
              </a:rPr>
              <a:t>Decentralized Identifiers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C4FA1C-856E-415D-8930-242C48E76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226" y="1862973"/>
            <a:ext cx="9858471" cy="47028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55EB43B-436A-42B4-B353-637C0AAD58FA}"/>
              </a:ext>
            </a:extLst>
          </p:cNvPr>
          <p:cNvSpPr txBox="1"/>
          <p:nvPr/>
        </p:nvSpPr>
        <p:spPr>
          <a:xfrm>
            <a:off x="569656" y="6196510"/>
            <a:ext cx="10012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https://www.windley.com/archives/2019/02/decentralized_identifiers.shtml</a:t>
            </a:r>
          </a:p>
        </p:txBody>
      </p:sp>
    </p:spTree>
    <p:extLst>
      <p:ext uri="{BB962C8B-B14F-4D97-AF65-F5344CB8AC3E}">
        <p14:creationId xmlns:p14="http://schemas.microsoft.com/office/powerpoint/2010/main" val="1864071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8EFA2-1CDF-4CAC-BD5E-565AC0CD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>
                <a:latin typeface="+mn-lt"/>
              </a:rPr>
              <a:t>DID </a:t>
            </a:r>
            <a:r>
              <a:rPr lang="en-US" b="0" i="0">
                <a:effectLst/>
                <a:latin typeface="+mn-lt"/>
              </a:rPr>
              <a:t>Decentralized Identifiers</a:t>
            </a:r>
            <a:br>
              <a:rPr lang="en-US" b="0" i="0" kern="1200">
                <a:effectLst/>
                <a:latin typeface="+mj-lt"/>
                <a:ea typeface="+mj-ea"/>
                <a:cs typeface="+mj-cs"/>
              </a:rPr>
            </a:br>
            <a:endParaRPr lang="en-US" kern="1200"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95E56AE-50FB-4BC4-8255-015AC7C3F8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329574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1418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34CD62-95B5-4A7F-86B5-102294890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7703"/>
            <a:ext cx="12054001" cy="57739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E211F3-EF08-40F1-9D61-6E31801ABE98}"/>
              </a:ext>
            </a:extLst>
          </p:cNvPr>
          <p:cNvSpPr txBox="1"/>
          <p:nvPr/>
        </p:nvSpPr>
        <p:spPr>
          <a:xfrm>
            <a:off x="838200" y="6319316"/>
            <a:ext cx="609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https://www.w3.org/TR/vc-data-model/</a:t>
            </a:r>
          </a:p>
        </p:txBody>
      </p:sp>
    </p:spTree>
    <p:extLst>
      <p:ext uri="{BB962C8B-B14F-4D97-AF65-F5344CB8AC3E}">
        <p14:creationId xmlns:p14="http://schemas.microsoft.com/office/powerpoint/2010/main" val="3211850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5A800C-B5A9-4AC5-B484-ECD4FE0CC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257" y="369306"/>
            <a:ext cx="6931485" cy="57012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09511D-B964-4DB0-B0B7-46F5AE30A24B}"/>
              </a:ext>
            </a:extLst>
          </p:cNvPr>
          <p:cNvSpPr txBox="1"/>
          <p:nvPr/>
        </p:nvSpPr>
        <p:spPr>
          <a:xfrm>
            <a:off x="2819399" y="6027029"/>
            <a:ext cx="655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CH" b="1" dirty="0"/>
              <a:t>SD-JWT VC</a:t>
            </a:r>
          </a:p>
          <a:p>
            <a:pPr algn="ctr"/>
            <a:r>
              <a:rPr lang="de-CH" b="1" dirty="0">
                <a:hlinkClick r:id="rId4"/>
              </a:rPr>
              <a:t>https://datatracker.ietf.org/doc/draft-ietf-oauth-sd-jwt-vc/04/</a:t>
            </a:r>
            <a:r>
              <a:rPr lang="de-CH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0721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8EFA2-1CDF-4CAC-BD5E-565AC0CD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Wallets and agents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7A925F-718F-41A0-8E89-0BCECA164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428" y="1288372"/>
            <a:ext cx="7225748" cy="42812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8882AB-CA20-A2C2-61E3-E259191567EA}"/>
              </a:ext>
            </a:extLst>
          </p:cNvPr>
          <p:cNvSpPr txBox="1"/>
          <p:nvPr/>
        </p:nvSpPr>
        <p:spPr>
          <a:xfrm>
            <a:off x="4502428" y="61716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>
                <a:hlinkClick r:id="rId4"/>
              </a:rPr>
              <a:t>https://www.eid.admin.ch/de/public-beta</a:t>
            </a:r>
            <a:r>
              <a:rPr lang="de-CH"/>
              <a:t> </a:t>
            </a:r>
            <a:endParaRPr lang="de-C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3F1DDD-E4EF-C7BB-5085-9B9993A69C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192" y="2793351"/>
            <a:ext cx="1276416" cy="128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59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973CEA-5778-FFDD-6141-9FE01F2C7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673" y="809490"/>
            <a:ext cx="7842653" cy="523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34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D3C59-DFE1-CDBF-CBF9-72D488356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swiyu identity, authentication</a:t>
            </a:r>
            <a:endParaRPr lang="de-CH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6F86A3-DF32-588D-D06B-E8D08DDB5E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524814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73338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818580-493A-7406-1321-29BBC62B5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Authentication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75270B-60CB-7EAC-C63E-D00558DCF4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092261"/>
            <a:ext cx="6780700" cy="467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07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37ECD-AF19-617F-ED20-E99EBE3A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Identification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DC4BF8-0FC4-60BB-0518-8C4D35664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041" y="643466"/>
            <a:ext cx="6577250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915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47F72-D553-CB07-06F6-129E5096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FAE459-E012-A953-74D1-8EB22900C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C7AA03-39B0-9E5C-D471-D48B63B55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B8E523-6250-54F6-30F8-CD6BE4B23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012BDE-189D-93CC-BB00-5C7EC3E0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5BB95-ECFC-B59C-EF99-5BB031A46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e-ID uses cases</a:t>
            </a:r>
            <a:endParaRPr lang="de-CH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EA1272-9E6A-27AB-79CF-EE80942114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615165"/>
              </p:ext>
            </p:extLst>
          </p:nvPr>
        </p:nvGraphicFramePr>
        <p:xfrm>
          <a:off x="1548731" y="2112579"/>
          <a:ext cx="10182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0626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E550D-C776-AE4E-6DCF-30A372067668}"/>
              </a:ext>
            </a:extLst>
          </p:cNvPr>
          <p:cNvSpPr txBox="1"/>
          <p:nvPr/>
        </p:nvSpPr>
        <p:spPr>
          <a:xfrm>
            <a:off x="2490868" y="5364460"/>
            <a:ext cx="7207214" cy="10006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solidFill>
                  <a:schemeClr val="tx2"/>
                </a:solidFill>
                <a:latin typeface="+mj-lt"/>
                <a:ea typeface="+mj-ea"/>
                <a:cs typeface="+mj-cs"/>
                <a:hlinkClick r:id="rId2"/>
              </a:rPr>
              <a:t>https://swiyu-admin-ch.github.io/</a:t>
            </a:r>
            <a:r>
              <a:rPr lang="en-US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7" name="Freeform: Shape 16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D4297B8-C670-8A06-AE96-2FC3F7B92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3" y="26526"/>
            <a:ext cx="12167982" cy="461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28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F2D89-44CC-7E7A-DB70-23EADE14B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100" y="6396199"/>
            <a:ext cx="10515600" cy="4476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CH" dirty="0">
                <a:hlinkClick r:id="rId3"/>
              </a:rPr>
              <a:t>https://github.com/swiss-ssi-group/swiyu-aspire-aspnetcore</a:t>
            </a:r>
            <a:r>
              <a:rPr lang="de-CH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65ABA3-6A1A-4D65-0399-53825D73FE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840" y="624840"/>
            <a:ext cx="5608320" cy="560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730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Architecture">
            <a:extLst>
              <a:ext uri="{FF2B5EF4-FFF2-40B4-BE49-F238E27FC236}">
                <a16:creationId xmlns:a16="http://schemas.microsoft.com/office/drawing/2014/main" id="{0C0110C3-50CF-3BFD-623A-8F258182BE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92386796-4A49-3FB3-425F-FE1C5DA317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4216400" cy="421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C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305D2F-696D-C200-AB6E-03A7EBAB07E8}"/>
              </a:ext>
            </a:extLst>
          </p:cNvPr>
          <p:cNvSpPr txBox="1"/>
          <p:nvPr/>
        </p:nvSpPr>
        <p:spPr>
          <a:xfrm>
            <a:off x="279400" y="6312839"/>
            <a:ext cx="665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>
                <a:hlinkClick r:id="rId2"/>
              </a:rPr>
              <a:t>https://github.com/swiss-ssi-group/swiyu-passkeys-idp-loi-loa</a:t>
            </a:r>
            <a:r>
              <a:rPr lang="de-CH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0DFF27-159F-B3F8-DAE6-B48E616EB0DD}"/>
              </a:ext>
            </a:extLst>
          </p:cNvPr>
          <p:cNvSpPr txBox="1"/>
          <p:nvPr/>
        </p:nvSpPr>
        <p:spPr>
          <a:xfrm>
            <a:off x="457200" y="1098034"/>
            <a:ext cx="5638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de-CH" sz="2800" dirty="0" err="1">
                <a:solidFill>
                  <a:srgbClr val="1F2328"/>
                </a:solidFill>
                <a:latin typeface="+mj-lt"/>
              </a:rPr>
              <a:t>swiyu</a:t>
            </a:r>
            <a:r>
              <a:rPr lang="de-CH" sz="2800" dirty="0">
                <a:solidFill>
                  <a:srgbClr val="1F2328"/>
                </a:solidFill>
                <a:latin typeface="+mj-lt"/>
              </a:rPr>
              <a:t> in einem Identity Provider nutzen</a:t>
            </a:r>
            <a:endParaRPr lang="en-US" sz="2800" i="0" dirty="0">
              <a:solidFill>
                <a:srgbClr val="1F2328"/>
              </a:solidFill>
              <a:effectLst/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3A1A21-A113-4632-E5CD-2C9B859F7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616466"/>
            <a:ext cx="54578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95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1E715D-6E9F-4D9D-BA26-9361954EB5B4}"/>
              </a:ext>
            </a:extLst>
          </p:cNvPr>
          <p:cNvSpPr txBox="1"/>
          <p:nvPr/>
        </p:nvSpPr>
        <p:spPr>
          <a:xfrm>
            <a:off x="3403600" y="6311900"/>
            <a:ext cx="477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>
                <a:hlinkClick r:id="rId3"/>
              </a:rPr>
              <a:t>https://github.com/damienbod/sien-agov-poc</a:t>
            </a:r>
            <a:r>
              <a:rPr lang="de-CH" dirty="0"/>
              <a:t> </a:t>
            </a:r>
          </a:p>
        </p:txBody>
      </p:sp>
      <p:pic>
        <p:nvPicPr>
          <p:cNvPr id="2050" name="Picture 2" descr="Architecture">
            <a:extLst>
              <a:ext uri="{FF2B5EF4-FFF2-40B4-BE49-F238E27FC236}">
                <a16:creationId xmlns:a16="http://schemas.microsoft.com/office/drawing/2014/main" id="{C1E6176C-9C09-37CE-3E2F-DA8396AC4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63" y="1285875"/>
            <a:ext cx="7458075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2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07C44-5660-C08D-1A02-34F1D8A7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Swiyu</a:t>
            </a:r>
            <a:r>
              <a:rPr lang="en-US" dirty="0"/>
              <a:t> Release 2027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72A6D-6245-CC8D-A3B9-F9B5B2051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Sandbox</a:t>
            </a:r>
          </a:p>
          <a:p>
            <a:r>
              <a:rPr lang="en-US" dirty="0"/>
              <a:t>Teil-Release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ersten</a:t>
            </a:r>
            <a:r>
              <a:rPr lang="en-US" dirty="0"/>
              <a:t> </a:t>
            </a:r>
            <a:r>
              <a:rPr lang="en-US" dirty="0" err="1"/>
              <a:t>Halbjahr</a:t>
            </a:r>
            <a:r>
              <a:rPr lang="en-US" dirty="0"/>
              <a:t> 2027 </a:t>
            </a:r>
          </a:p>
          <a:p>
            <a:r>
              <a:rPr lang="en-US" dirty="0" err="1"/>
              <a:t>Einträge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Basisregister</a:t>
            </a:r>
            <a:endParaRPr lang="en-US" dirty="0"/>
          </a:p>
          <a:p>
            <a:r>
              <a:rPr lang="en-US" dirty="0" err="1"/>
              <a:t>Einträge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Vertrauensregister</a:t>
            </a:r>
            <a:r>
              <a:rPr lang="en-US" dirty="0"/>
              <a:t> (</a:t>
            </a:r>
            <a:r>
              <a:rPr lang="en-US" dirty="0" err="1"/>
              <a:t>Behörden</a:t>
            </a:r>
            <a:r>
              <a:rPr lang="en-US" dirty="0"/>
              <a:t> und </a:t>
            </a:r>
            <a:r>
              <a:rPr lang="en-US" dirty="0" err="1"/>
              <a:t>juristische</a:t>
            </a:r>
            <a:r>
              <a:rPr lang="en-US" dirty="0"/>
              <a:t> </a:t>
            </a:r>
            <a:r>
              <a:rPr lang="en-US" dirty="0" err="1"/>
              <a:t>Personen</a:t>
            </a:r>
            <a:r>
              <a:rPr lang="en-US" dirty="0"/>
              <a:t>)</a:t>
            </a:r>
          </a:p>
          <a:p>
            <a:r>
              <a:rPr lang="en-US" dirty="0"/>
              <a:t>Swiss </a:t>
            </a:r>
            <a:r>
              <a:rPr lang="en-US" dirty="0" err="1"/>
              <a:t>swiyu</a:t>
            </a:r>
            <a:r>
              <a:rPr lang="en-US" dirty="0"/>
              <a:t> Wallet</a:t>
            </a:r>
          </a:p>
          <a:p>
            <a:endParaRPr lang="en-US" dirty="0"/>
          </a:p>
          <a:p>
            <a:endParaRPr lang="en-US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92265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3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28EFA2-1CDF-4CAC-BD5E-565AC0CD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Herausforderungen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bei</a:t>
            </a:r>
            <a:r>
              <a:rPr lang="en-US" sz="3200" dirty="0">
                <a:solidFill>
                  <a:schemeClr val="bg1"/>
                </a:solidFill>
              </a:rPr>
              <a:t> VDCs</a:t>
            </a:r>
            <a:br>
              <a:rPr lang="en-US" sz="4800" dirty="0">
                <a:solidFill>
                  <a:schemeClr val="bg1"/>
                </a:solidFill>
              </a:rPr>
            </a:br>
            <a:br>
              <a:rPr lang="en-US" sz="4800" b="0" i="0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95E56AE-50FB-4BC4-8255-015AC7C3F8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6537606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2044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2b85b05-d019-4a7e-ae7d-804783b7a8f4}" enabled="1" method="Standard" siteId="{a6bbab92-053e-490b-bd7e-5cd03763b74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Widescreen</PresentationFormat>
  <Paragraphs>100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Bitter</vt:lpstr>
      <vt:lpstr>Office Theme</vt:lpstr>
      <vt:lpstr>Swiss e-ID</vt:lpstr>
      <vt:lpstr>Was ist eine digitale Identität?</vt:lpstr>
      <vt:lpstr>Die e-ID ist der staatlich herausgegebene digitale Ausweis, der in der  Wallet ausgestellt wird. Die e-ID kann digital und in der physischen Welt genutzt werden.</vt:lpstr>
      <vt:lpstr>Die e-ID ist ein offizieller Nachweis und wird vom Staat herausgegeben. Die e-ID ist ein zusätzliches, kostenloses Angebot zur physischen Identitätskarte. </vt:lpstr>
      <vt:lpstr>Verifiable Digital Credentials (VDCs)</vt:lpstr>
      <vt:lpstr>DID Decentralized Identifiers</vt:lpstr>
      <vt:lpstr>DID Decentralized Identifiers </vt:lpstr>
      <vt:lpstr>PowerPoint Presentation</vt:lpstr>
      <vt:lpstr>PowerPoint Presentation</vt:lpstr>
      <vt:lpstr>Wallets and agents</vt:lpstr>
      <vt:lpstr>PowerPoint Presentation</vt:lpstr>
      <vt:lpstr>swiyu identity, authentication</vt:lpstr>
      <vt:lpstr>Authentication</vt:lpstr>
      <vt:lpstr>Identification</vt:lpstr>
      <vt:lpstr>e-ID uses cases</vt:lpstr>
      <vt:lpstr>PowerPoint Presentation</vt:lpstr>
      <vt:lpstr>PowerPoint Presentation</vt:lpstr>
      <vt:lpstr>PowerPoint Presentation</vt:lpstr>
      <vt:lpstr>PowerPoint Presentation</vt:lpstr>
      <vt:lpstr>Swiyu Release 2027</vt:lpstr>
      <vt:lpstr>Herausforderungen bei VDCs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Damien Bowden</dc:creator>
  <cp:lastModifiedBy>Damien Bowden</cp:lastModifiedBy>
  <cp:revision>82</cp:revision>
  <dcterms:created xsi:type="dcterms:W3CDTF">2025-10-24T09:21:14Z</dcterms:created>
  <dcterms:modified xsi:type="dcterms:W3CDTF">2026-07-22T05:46:02Z</dcterms:modified>
</cp:coreProperties>
</file>